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7E6378-9D76-4408-8569-890BBCD5C286}" v="22" dt="2026-07-09T05:35:00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ndra Kumar" userId="6ebabf7e93dababe" providerId="LiveId" clId="{D645D88E-2775-44AF-96B4-7331264D7FF4}"/>
    <pc:docChg chg="custSel addSld modSld">
      <pc:chgData name="Mahendra Kumar" userId="6ebabf7e93dababe" providerId="LiveId" clId="{D645D88E-2775-44AF-96B4-7331264D7FF4}" dt="2026-07-09T05:43:18.266" v="535" actId="13822"/>
      <pc:docMkLst>
        <pc:docMk/>
      </pc:docMkLst>
      <pc:sldChg chg="addSp modSp mod">
        <pc:chgData name="Mahendra Kumar" userId="6ebabf7e93dababe" providerId="LiveId" clId="{D645D88E-2775-44AF-96B4-7331264D7FF4}" dt="2026-07-09T05:43:18.266" v="535" actId="13822"/>
        <pc:sldMkLst>
          <pc:docMk/>
          <pc:sldMk cId="791118815" sldId="256"/>
        </pc:sldMkLst>
        <pc:spChg chg="add mod">
          <ac:chgData name="Mahendra Kumar" userId="6ebabf7e93dababe" providerId="LiveId" clId="{D645D88E-2775-44AF-96B4-7331264D7FF4}" dt="2026-07-09T05:43:18.266" v="535" actId="13822"/>
          <ac:spMkLst>
            <pc:docMk/>
            <pc:sldMk cId="791118815" sldId="256"/>
            <ac:spMk id="5" creationId="{4A349028-3AFC-0AEE-808B-69A7F7615241}"/>
          </ac:spMkLst>
        </pc:spChg>
      </pc:sldChg>
      <pc:sldChg chg="addSp delSp modSp new mod modClrScheme chgLayout">
        <pc:chgData name="Mahendra Kumar" userId="6ebabf7e93dababe" providerId="LiveId" clId="{D645D88E-2775-44AF-96B4-7331264D7FF4}" dt="2026-07-09T04:21:59.372" v="65" actId="13822"/>
        <pc:sldMkLst>
          <pc:docMk/>
          <pc:sldMk cId="2832025724" sldId="257"/>
        </pc:sldMkLst>
        <pc:spChg chg="del">
          <ac:chgData name="Mahendra Kumar" userId="6ebabf7e93dababe" providerId="LiveId" clId="{D645D88E-2775-44AF-96B4-7331264D7FF4}" dt="2026-07-09T04:01:15.141" v="1" actId="700"/>
          <ac:spMkLst>
            <pc:docMk/>
            <pc:sldMk cId="2832025724" sldId="257"/>
            <ac:spMk id="2" creationId="{E7CD49F2-72D6-113A-25B6-835027F5D02E}"/>
          </ac:spMkLst>
        </pc:spChg>
        <pc:spChg chg="del">
          <ac:chgData name="Mahendra Kumar" userId="6ebabf7e93dababe" providerId="LiveId" clId="{D645D88E-2775-44AF-96B4-7331264D7FF4}" dt="2026-07-09T04:01:15.141" v="1" actId="700"/>
          <ac:spMkLst>
            <pc:docMk/>
            <pc:sldMk cId="2832025724" sldId="257"/>
            <ac:spMk id="3" creationId="{DCF74071-F86E-010C-570C-92CD9CADBDCC}"/>
          </ac:spMkLst>
        </pc:spChg>
        <pc:spChg chg="add del mod">
          <ac:chgData name="Mahendra Kumar" userId="6ebabf7e93dababe" providerId="LiveId" clId="{D645D88E-2775-44AF-96B4-7331264D7FF4}" dt="2026-07-09T04:19:06.004" v="4" actId="21"/>
          <ac:spMkLst>
            <pc:docMk/>
            <pc:sldMk cId="2832025724" sldId="257"/>
            <ac:spMk id="5" creationId="{245BEE96-C9A7-2119-1A0D-B36EC0E2C296}"/>
          </ac:spMkLst>
        </pc:spChg>
        <pc:spChg chg="add mod">
          <ac:chgData name="Mahendra Kumar" userId="6ebabf7e93dababe" providerId="LiveId" clId="{D645D88E-2775-44AF-96B4-7331264D7FF4}" dt="2026-07-09T04:20:16.317" v="13" actId="1076"/>
          <ac:spMkLst>
            <pc:docMk/>
            <pc:sldMk cId="2832025724" sldId="257"/>
            <ac:spMk id="7" creationId="{5DCB91FE-4561-690E-DAC0-64207EE83D97}"/>
          </ac:spMkLst>
        </pc:spChg>
        <pc:spChg chg="add mod">
          <ac:chgData name="Mahendra Kumar" userId="6ebabf7e93dababe" providerId="LiveId" clId="{D645D88E-2775-44AF-96B4-7331264D7FF4}" dt="2026-07-09T04:21:08.559" v="58" actId="13822"/>
          <ac:spMkLst>
            <pc:docMk/>
            <pc:sldMk cId="2832025724" sldId="257"/>
            <ac:spMk id="9" creationId="{A66BA68B-97D8-5D47-8D5A-CAF0BE8C96C2}"/>
          </ac:spMkLst>
        </pc:spChg>
        <pc:spChg chg="add mod">
          <ac:chgData name="Mahendra Kumar" userId="6ebabf7e93dababe" providerId="LiveId" clId="{D645D88E-2775-44AF-96B4-7331264D7FF4}" dt="2026-07-09T04:21:59.372" v="65" actId="13822"/>
          <ac:spMkLst>
            <pc:docMk/>
            <pc:sldMk cId="2832025724" sldId="257"/>
            <ac:spMk id="11" creationId="{3A96AE78-1AE8-143E-380D-1A239A37CFDF}"/>
          </ac:spMkLst>
        </pc:spChg>
      </pc:sldChg>
      <pc:sldChg chg="addSp modSp new mod">
        <pc:chgData name="Mahendra Kumar" userId="6ebabf7e93dababe" providerId="LiveId" clId="{D645D88E-2775-44AF-96B4-7331264D7FF4}" dt="2026-07-09T04:23:59.885" v="79" actId="13822"/>
        <pc:sldMkLst>
          <pc:docMk/>
          <pc:sldMk cId="1004340535" sldId="258"/>
        </pc:sldMkLst>
        <pc:spChg chg="add mod">
          <ac:chgData name="Mahendra Kumar" userId="6ebabf7e93dababe" providerId="LiveId" clId="{D645D88E-2775-44AF-96B4-7331264D7FF4}" dt="2026-07-09T04:23:59.885" v="79" actId="13822"/>
          <ac:spMkLst>
            <pc:docMk/>
            <pc:sldMk cId="1004340535" sldId="258"/>
            <ac:spMk id="3" creationId="{B72F58E8-57E5-847E-E594-9604EF61CECA}"/>
          </ac:spMkLst>
        </pc:spChg>
      </pc:sldChg>
      <pc:sldChg chg="addSp modSp new mod">
        <pc:chgData name="Mahendra Kumar" userId="6ebabf7e93dababe" providerId="LiveId" clId="{D645D88E-2775-44AF-96B4-7331264D7FF4}" dt="2026-07-09T04:27:12.112" v="97" actId="13822"/>
        <pc:sldMkLst>
          <pc:docMk/>
          <pc:sldMk cId="4157182887" sldId="259"/>
        </pc:sldMkLst>
        <pc:spChg chg="add mod">
          <ac:chgData name="Mahendra Kumar" userId="6ebabf7e93dababe" providerId="LiveId" clId="{D645D88E-2775-44AF-96B4-7331264D7FF4}" dt="2026-07-09T04:26:01.884" v="88" actId="13822"/>
          <ac:spMkLst>
            <pc:docMk/>
            <pc:sldMk cId="4157182887" sldId="259"/>
            <ac:spMk id="3" creationId="{B46C69F6-5FEC-467B-3D1D-6A5357732A87}"/>
          </ac:spMkLst>
        </pc:spChg>
        <pc:spChg chg="add mod">
          <ac:chgData name="Mahendra Kumar" userId="6ebabf7e93dababe" providerId="LiveId" clId="{D645D88E-2775-44AF-96B4-7331264D7FF4}" dt="2026-07-09T04:27:12.112" v="97" actId="13822"/>
          <ac:spMkLst>
            <pc:docMk/>
            <pc:sldMk cId="4157182887" sldId="259"/>
            <ac:spMk id="5" creationId="{24C14501-66EF-EBD3-8579-C21F34E03A76}"/>
          </ac:spMkLst>
        </pc:spChg>
      </pc:sldChg>
      <pc:sldChg chg="addSp modSp new mod">
        <pc:chgData name="Mahendra Kumar" userId="6ebabf7e93dababe" providerId="LiveId" clId="{D645D88E-2775-44AF-96B4-7331264D7FF4}" dt="2026-07-09T04:29:53.470" v="119" actId="13822"/>
        <pc:sldMkLst>
          <pc:docMk/>
          <pc:sldMk cId="3013796261" sldId="260"/>
        </pc:sldMkLst>
        <pc:spChg chg="add mod">
          <ac:chgData name="Mahendra Kumar" userId="6ebabf7e93dababe" providerId="LiveId" clId="{D645D88E-2775-44AF-96B4-7331264D7FF4}" dt="2026-07-09T04:29:53.470" v="119" actId="13822"/>
          <ac:spMkLst>
            <pc:docMk/>
            <pc:sldMk cId="3013796261" sldId="260"/>
            <ac:spMk id="3" creationId="{3F6AD342-3933-29DF-3FF7-21D8CD0B4276}"/>
          </ac:spMkLst>
        </pc:spChg>
      </pc:sldChg>
      <pc:sldChg chg="addSp modSp new mod">
        <pc:chgData name="Mahendra Kumar" userId="6ebabf7e93dababe" providerId="LiveId" clId="{D645D88E-2775-44AF-96B4-7331264D7FF4}" dt="2026-07-09T04:36:28.044" v="199" actId="13822"/>
        <pc:sldMkLst>
          <pc:docMk/>
          <pc:sldMk cId="1978094735" sldId="261"/>
        </pc:sldMkLst>
        <pc:spChg chg="add mod">
          <ac:chgData name="Mahendra Kumar" userId="6ebabf7e93dababe" providerId="LiveId" clId="{D645D88E-2775-44AF-96B4-7331264D7FF4}" dt="2026-07-09T04:31:06.795" v="130" actId="13822"/>
          <ac:spMkLst>
            <pc:docMk/>
            <pc:sldMk cId="1978094735" sldId="261"/>
            <ac:spMk id="3" creationId="{AB4BE47D-EC30-DA47-4678-0FB053A07446}"/>
          </ac:spMkLst>
        </pc:spChg>
        <pc:spChg chg="add mod">
          <ac:chgData name="Mahendra Kumar" userId="6ebabf7e93dababe" providerId="LiveId" clId="{D645D88E-2775-44AF-96B4-7331264D7FF4}" dt="2026-07-09T04:31:56.628" v="168" actId="1076"/>
          <ac:spMkLst>
            <pc:docMk/>
            <pc:sldMk cId="1978094735" sldId="261"/>
            <ac:spMk id="5" creationId="{35D58ACF-9E93-AC7D-87C4-0C839D126BCC}"/>
          </ac:spMkLst>
        </pc:spChg>
        <pc:spChg chg="add mod">
          <ac:chgData name="Mahendra Kumar" userId="6ebabf7e93dababe" providerId="LiveId" clId="{D645D88E-2775-44AF-96B4-7331264D7FF4}" dt="2026-07-09T04:32:52.245" v="174" actId="13822"/>
          <ac:spMkLst>
            <pc:docMk/>
            <pc:sldMk cId="1978094735" sldId="261"/>
            <ac:spMk id="7" creationId="{287FC79A-EB27-5063-82A6-55DD35F67CD7}"/>
          </ac:spMkLst>
        </pc:spChg>
        <pc:spChg chg="add mod">
          <ac:chgData name="Mahendra Kumar" userId="6ebabf7e93dababe" providerId="LiveId" clId="{D645D88E-2775-44AF-96B4-7331264D7FF4}" dt="2026-07-09T04:33:31.062" v="179" actId="14100"/>
          <ac:spMkLst>
            <pc:docMk/>
            <pc:sldMk cId="1978094735" sldId="261"/>
            <ac:spMk id="9" creationId="{7E28AC2C-2029-ED91-8EEC-14D7016AC513}"/>
          </ac:spMkLst>
        </pc:spChg>
        <pc:spChg chg="add mod">
          <ac:chgData name="Mahendra Kumar" userId="6ebabf7e93dababe" providerId="LiveId" clId="{D645D88E-2775-44AF-96B4-7331264D7FF4}" dt="2026-07-09T04:34:24.514" v="187" actId="13822"/>
          <ac:spMkLst>
            <pc:docMk/>
            <pc:sldMk cId="1978094735" sldId="261"/>
            <ac:spMk id="11" creationId="{43738CF4-B3D8-AFB2-3AFF-9C041D675887}"/>
          </ac:spMkLst>
        </pc:spChg>
        <pc:spChg chg="add mod">
          <ac:chgData name="Mahendra Kumar" userId="6ebabf7e93dababe" providerId="LiveId" clId="{D645D88E-2775-44AF-96B4-7331264D7FF4}" dt="2026-07-09T04:36:28.044" v="199" actId="13822"/>
          <ac:spMkLst>
            <pc:docMk/>
            <pc:sldMk cId="1978094735" sldId="261"/>
            <ac:spMk id="13" creationId="{1CE0A9B3-E4F8-A269-B6A5-4353DEF382CD}"/>
          </ac:spMkLst>
        </pc:spChg>
      </pc:sldChg>
      <pc:sldChg chg="addSp modSp new mod">
        <pc:chgData name="Mahendra Kumar" userId="6ebabf7e93dababe" providerId="LiveId" clId="{D645D88E-2775-44AF-96B4-7331264D7FF4}" dt="2026-07-09T04:38:34.582" v="214" actId="13822"/>
        <pc:sldMkLst>
          <pc:docMk/>
          <pc:sldMk cId="1618757905" sldId="262"/>
        </pc:sldMkLst>
        <pc:spChg chg="add mod">
          <ac:chgData name="Mahendra Kumar" userId="6ebabf7e93dababe" providerId="LiveId" clId="{D645D88E-2775-44AF-96B4-7331264D7FF4}" dt="2026-07-09T04:37:43.653" v="207" actId="13822"/>
          <ac:spMkLst>
            <pc:docMk/>
            <pc:sldMk cId="1618757905" sldId="262"/>
            <ac:spMk id="3" creationId="{3951C2A7-389D-8D33-1410-8987BA47E158}"/>
          </ac:spMkLst>
        </pc:spChg>
        <pc:spChg chg="add mod">
          <ac:chgData name="Mahendra Kumar" userId="6ebabf7e93dababe" providerId="LiveId" clId="{D645D88E-2775-44AF-96B4-7331264D7FF4}" dt="2026-07-09T04:38:34.582" v="214" actId="13822"/>
          <ac:spMkLst>
            <pc:docMk/>
            <pc:sldMk cId="1618757905" sldId="262"/>
            <ac:spMk id="5" creationId="{48251694-C3DE-142D-5AB1-4EBA5B4B1EA6}"/>
          </ac:spMkLst>
        </pc:spChg>
      </pc:sldChg>
      <pc:sldChg chg="addSp modSp new mod">
        <pc:chgData name="Mahendra Kumar" userId="6ebabf7e93dababe" providerId="LiveId" clId="{D645D88E-2775-44AF-96B4-7331264D7FF4}" dt="2026-07-09T04:41:45.419" v="234" actId="13822"/>
        <pc:sldMkLst>
          <pc:docMk/>
          <pc:sldMk cId="258007613" sldId="263"/>
        </pc:sldMkLst>
        <pc:spChg chg="add mod">
          <ac:chgData name="Mahendra Kumar" userId="6ebabf7e93dababe" providerId="LiveId" clId="{D645D88E-2775-44AF-96B4-7331264D7FF4}" dt="2026-07-09T04:40:48.709" v="224" actId="13822"/>
          <ac:spMkLst>
            <pc:docMk/>
            <pc:sldMk cId="258007613" sldId="263"/>
            <ac:spMk id="3" creationId="{5190F76F-5E81-9C9E-3129-0F18EAC572A6}"/>
          </ac:spMkLst>
        </pc:spChg>
        <pc:spChg chg="add mod">
          <ac:chgData name="Mahendra Kumar" userId="6ebabf7e93dababe" providerId="LiveId" clId="{D645D88E-2775-44AF-96B4-7331264D7FF4}" dt="2026-07-09T04:41:45.419" v="234" actId="13822"/>
          <ac:spMkLst>
            <pc:docMk/>
            <pc:sldMk cId="258007613" sldId="263"/>
            <ac:spMk id="5" creationId="{B974F3B6-11E2-1A6F-B114-D63E9F25C0DE}"/>
          </ac:spMkLst>
        </pc:spChg>
      </pc:sldChg>
      <pc:sldChg chg="addSp modSp new mod">
        <pc:chgData name="Mahendra Kumar" userId="6ebabf7e93dababe" providerId="LiveId" clId="{D645D88E-2775-44AF-96B4-7331264D7FF4}" dt="2026-07-09T04:43:30.239" v="248" actId="13822"/>
        <pc:sldMkLst>
          <pc:docMk/>
          <pc:sldMk cId="1716402544" sldId="264"/>
        </pc:sldMkLst>
        <pc:spChg chg="add mod">
          <ac:chgData name="Mahendra Kumar" userId="6ebabf7e93dababe" providerId="LiveId" clId="{D645D88E-2775-44AF-96B4-7331264D7FF4}" dt="2026-07-09T04:43:30.239" v="248" actId="13822"/>
          <ac:spMkLst>
            <pc:docMk/>
            <pc:sldMk cId="1716402544" sldId="264"/>
            <ac:spMk id="3" creationId="{855D1D9E-0006-39B5-0C27-5B643A0FC96F}"/>
          </ac:spMkLst>
        </pc:spChg>
      </pc:sldChg>
      <pc:sldChg chg="addSp modSp new mod">
        <pc:chgData name="Mahendra Kumar" userId="6ebabf7e93dababe" providerId="LiveId" clId="{D645D88E-2775-44AF-96B4-7331264D7FF4}" dt="2026-07-09T04:46:25.808" v="272" actId="13822"/>
        <pc:sldMkLst>
          <pc:docMk/>
          <pc:sldMk cId="11587489" sldId="265"/>
        </pc:sldMkLst>
        <pc:spChg chg="add mod">
          <ac:chgData name="Mahendra Kumar" userId="6ebabf7e93dababe" providerId="LiveId" clId="{D645D88E-2775-44AF-96B4-7331264D7FF4}" dt="2026-07-09T04:44:35.449" v="257" actId="13822"/>
          <ac:spMkLst>
            <pc:docMk/>
            <pc:sldMk cId="11587489" sldId="265"/>
            <ac:spMk id="3" creationId="{6D5BF2C6-9522-A576-0FBA-14EE166F8E59}"/>
          </ac:spMkLst>
        </pc:spChg>
        <pc:spChg chg="add mod">
          <ac:chgData name="Mahendra Kumar" userId="6ebabf7e93dababe" providerId="LiveId" clId="{D645D88E-2775-44AF-96B4-7331264D7FF4}" dt="2026-07-09T04:45:31.013" v="265" actId="13822"/>
          <ac:spMkLst>
            <pc:docMk/>
            <pc:sldMk cId="11587489" sldId="265"/>
            <ac:spMk id="5" creationId="{269BB4DD-5379-CE7D-38E5-892C16CA1E23}"/>
          </ac:spMkLst>
        </pc:spChg>
        <pc:spChg chg="add mod">
          <ac:chgData name="Mahendra Kumar" userId="6ebabf7e93dababe" providerId="LiveId" clId="{D645D88E-2775-44AF-96B4-7331264D7FF4}" dt="2026-07-09T04:46:25.808" v="272" actId="13822"/>
          <ac:spMkLst>
            <pc:docMk/>
            <pc:sldMk cId="11587489" sldId="265"/>
            <ac:spMk id="7" creationId="{4C32F6DB-1FEF-BAE8-36B3-BD9001BD5623}"/>
          </ac:spMkLst>
        </pc:spChg>
      </pc:sldChg>
      <pc:sldChg chg="addSp modSp new mod">
        <pc:chgData name="Mahendra Kumar" userId="6ebabf7e93dababe" providerId="LiveId" clId="{D645D88E-2775-44AF-96B4-7331264D7FF4}" dt="2026-07-09T04:48:04.247" v="286" actId="13822"/>
        <pc:sldMkLst>
          <pc:docMk/>
          <pc:sldMk cId="2268681178" sldId="266"/>
        </pc:sldMkLst>
        <pc:spChg chg="add mod">
          <ac:chgData name="Mahendra Kumar" userId="6ebabf7e93dababe" providerId="LiveId" clId="{D645D88E-2775-44AF-96B4-7331264D7FF4}" dt="2026-07-09T04:48:04.247" v="286" actId="13822"/>
          <ac:spMkLst>
            <pc:docMk/>
            <pc:sldMk cId="2268681178" sldId="266"/>
            <ac:spMk id="3" creationId="{EB6B67A2-F130-4DB8-C06E-5314923EC635}"/>
          </ac:spMkLst>
        </pc:spChg>
      </pc:sldChg>
      <pc:sldChg chg="addSp delSp modSp new mod">
        <pc:chgData name="Mahendra Kumar" userId="6ebabf7e93dababe" providerId="LiveId" clId="{D645D88E-2775-44AF-96B4-7331264D7FF4}" dt="2026-07-09T04:51:18.059" v="317" actId="20577"/>
        <pc:sldMkLst>
          <pc:docMk/>
          <pc:sldMk cId="468844866" sldId="267"/>
        </pc:sldMkLst>
        <pc:spChg chg="add del mod">
          <ac:chgData name="Mahendra Kumar" userId="6ebabf7e93dababe" providerId="LiveId" clId="{D645D88E-2775-44AF-96B4-7331264D7FF4}" dt="2026-07-09T04:49:14.682" v="296" actId="21"/>
          <ac:spMkLst>
            <pc:docMk/>
            <pc:sldMk cId="468844866" sldId="267"/>
            <ac:spMk id="3" creationId="{155B8BE8-EB7C-8036-CD76-17244991157C}"/>
          </ac:spMkLst>
        </pc:spChg>
        <pc:spChg chg="add mod">
          <ac:chgData name="Mahendra Kumar" userId="6ebabf7e93dababe" providerId="LiveId" clId="{D645D88E-2775-44AF-96B4-7331264D7FF4}" dt="2026-07-09T04:50:00.886" v="305" actId="13822"/>
          <ac:spMkLst>
            <pc:docMk/>
            <pc:sldMk cId="468844866" sldId="267"/>
            <ac:spMk id="5" creationId="{6B15E863-9A95-AE9A-69B8-C4585DB23733}"/>
          </ac:spMkLst>
        </pc:spChg>
        <pc:spChg chg="add mod">
          <ac:chgData name="Mahendra Kumar" userId="6ebabf7e93dababe" providerId="LiveId" clId="{D645D88E-2775-44AF-96B4-7331264D7FF4}" dt="2026-07-09T04:51:18.059" v="317" actId="20577"/>
          <ac:spMkLst>
            <pc:docMk/>
            <pc:sldMk cId="468844866" sldId="267"/>
            <ac:spMk id="7" creationId="{3FDE8312-C269-CB0A-2467-C1BEF0064426}"/>
          </ac:spMkLst>
        </pc:spChg>
      </pc:sldChg>
      <pc:sldChg chg="addSp modSp new mod">
        <pc:chgData name="Mahendra Kumar" userId="6ebabf7e93dababe" providerId="LiveId" clId="{D645D88E-2775-44AF-96B4-7331264D7FF4}" dt="2026-07-09T04:53:43.216" v="332" actId="1076"/>
        <pc:sldMkLst>
          <pc:docMk/>
          <pc:sldMk cId="575546878" sldId="268"/>
        </pc:sldMkLst>
        <pc:spChg chg="add mod">
          <ac:chgData name="Mahendra Kumar" userId="6ebabf7e93dababe" providerId="LiveId" clId="{D645D88E-2775-44AF-96B4-7331264D7FF4}" dt="2026-07-09T04:52:10.481" v="325" actId="13822"/>
          <ac:spMkLst>
            <pc:docMk/>
            <pc:sldMk cId="575546878" sldId="268"/>
            <ac:spMk id="3" creationId="{BBB24AA5-BCA0-D453-795E-D5415AA873A4}"/>
          </ac:spMkLst>
        </pc:spChg>
        <pc:spChg chg="add mod">
          <ac:chgData name="Mahendra Kumar" userId="6ebabf7e93dababe" providerId="LiveId" clId="{D645D88E-2775-44AF-96B4-7331264D7FF4}" dt="2026-07-09T04:53:43.216" v="332" actId="1076"/>
          <ac:spMkLst>
            <pc:docMk/>
            <pc:sldMk cId="575546878" sldId="268"/>
            <ac:spMk id="5" creationId="{59A45EF7-8B40-D7EA-0814-A429D6EFC164}"/>
          </ac:spMkLst>
        </pc:spChg>
      </pc:sldChg>
      <pc:sldChg chg="addSp modSp new mod">
        <pc:chgData name="Mahendra Kumar" userId="6ebabf7e93dababe" providerId="LiveId" clId="{D645D88E-2775-44AF-96B4-7331264D7FF4}" dt="2026-07-09T05:11:25.107" v="398" actId="13822"/>
        <pc:sldMkLst>
          <pc:docMk/>
          <pc:sldMk cId="3089728836" sldId="269"/>
        </pc:sldMkLst>
        <pc:spChg chg="add mod">
          <ac:chgData name="Mahendra Kumar" userId="6ebabf7e93dababe" providerId="LiveId" clId="{D645D88E-2775-44AF-96B4-7331264D7FF4}" dt="2026-07-09T05:06:51.782" v="342" actId="13822"/>
          <ac:spMkLst>
            <pc:docMk/>
            <pc:sldMk cId="3089728836" sldId="269"/>
            <ac:spMk id="3" creationId="{24881012-799D-A8C5-EDF1-928E7644A062}"/>
          </ac:spMkLst>
        </pc:spChg>
        <pc:spChg chg="add mod">
          <ac:chgData name="Mahendra Kumar" userId="6ebabf7e93dababe" providerId="LiveId" clId="{D645D88E-2775-44AF-96B4-7331264D7FF4}" dt="2026-07-09T05:11:25.107" v="398" actId="13822"/>
          <ac:spMkLst>
            <pc:docMk/>
            <pc:sldMk cId="3089728836" sldId="269"/>
            <ac:spMk id="5" creationId="{8725E596-5573-3C93-56F7-259C3F3E08FC}"/>
          </ac:spMkLst>
        </pc:spChg>
      </pc:sldChg>
      <pc:sldChg chg="addSp modSp new mod">
        <pc:chgData name="Mahendra Kumar" userId="6ebabf7e93dababe" providerId="LiveId" clId="{D645D88E-2775-44AF-96B4-7331264D7FF4}" dt="2026-07-09T05:14:19.566" v="414" actId="14100"/>
        <pc:sldMkLst>
          <pc:docMk/>
          <pc:sldMk cId="3504382107" sldId="270"/>
        </pc:sldMkLst>
        <pc:spChg chg="add mod">
          <ac:chgData name="Mahendra Kumar" userId="6ebabf7e93dababe" providerId="LiveId" clId="{D645D88E-2775-44AF-96B4-7331264D7FF4}" dt="2026-07-09T05:13:57.208" v="408" actId="1076"/>
          <ac:spMkLst>
            <pc:docMk/>
            <pc:sldMk cId="3504382107" sldId="270"/>
            <ac:spMk id="3" creationId="{BE912629-83C9-A5E4-EEBF-840CE551B7E4}"/>
          </ac:spMkLst>
        </pc:spChg>
        <pc:spChg chg="add mod">
          <ac:chgData name="Mahendra Kumar" userId="6ebabf7e93dababe" providerId="LiveId" clId="{D645D88E-2775-44AF-96B4-7331264D7FF4}" dt="2026-07-09T05:14:19.566" v="414" actId="14100"/>
          <ac:spMkLst>
            <pc:docMk/>
            <pc:sldMk cId="3504382107" sldId="270"/>
            <ac:spMk id="5" creationId="{B8D9C898-1CC6-2FBC-8CC5-0204923144D7}"/>
          </ac:spMkLst>
        </pc:spChg>
      </pc:sldChg>
      <pc:sldChg chg="addSp modSp new mod">
        <pc:chgData name="Mahendra Kumar" userId="6ebabf7e93dababe" providerId="LiveId" clId="{D645D88E-2775-44AF-96B4-7331264D7FF4}" dt="2026-07-09T05:19:35.512" v="422" actId="13822"/>
        <pc:sldMkLst>
          <pc:docMk/>
          <pc:sldMk cId="213796055" sldId="271"/>
        </pc:sldMkLst>
        <pc:spChg chg="add mod">
          <ac:chgData name="Mahendra Kumar" userId="6ebabf7e93dababe" providerId="LiveId" clId="{D645D88E-2775-44AF-96B4-7331264D7FF4}" dt="2026-07-09T05:18:56.307" v="418" actId="13822"/>
          <ac:spMkLst>
            <pc:docMk/>
            <pc:sldMk cId="213796055" sldId="271"/>
            <ac:spMk id="3" creationId="{B372B020-FD16-989A-8C5A-C803C7D975CD}"/>
          </ac:spMkLst>
        </pc:spChg>
        <pc:spChg chg="add mod">
          <ac:chgData name="Mahendra Kumar" userId="6ebabf7e93dababe" providerId="LiveId" clId="{D645D88E-2775-44AF-96B4-7331264D7FF4}" dt="2026-07-09T05:19:35.512" v="422" actId="13822"/>
          <ac:spMkLst>
            <pc:docMk/>
            <pc:sldMk cId="213796055" sldId="271"/>
            <ac:spMk id="5" creationId="{EDF374BA-3887-5D82-2509-4647ADB1D90C}"/>
          </ac:spMkLst>
        </pc:spChg>
      </pc:sldChg>
      <pc:sldChg chg="addSp modSp new mod">
        <pc:chgData name="Mahendra Kumar" userId="6ebabf7e93dababe" providerId="LiveId" clId="{D645D88E-2775-44AF-96B4-7331264D7FF4}" dt="2026-07-09T05:23:37.817" v="436" actId="13822"/>
        <pc:sldMkLst>
          <pc:docMk/>
          <pc:sldMk cId="4068493181" sldId="272"/>
        </pc:sldMkLst>
        <pc:spChg chg="add mod">
          <ac:chgData name="Mahendra Kumar" userId="6ebabf7e93dababe" providerId="LiveId" clId="{D645D88E-2775-44AF-96B4-7331264D7FF4}" dt="2026-07-09T05:23:37.817" v="436" actId="13822"/>
          <ac:spMkLst>
            <pc:docMk/>
            <pc:sldMk cId="4068493181" sldId="272"/>
            <ac:spMk id="3" creationId="{D50C258A-1260-18E2-04FF-794ADD557800}"/>
          </ac:spMkLst>
        </pc:spChg>
      </pc:sldChg>
      <pc:sldChg chg="addSp delSp modSp new mod">
        <pc:chgData name="Mahendra Kumar" userId="6ebabf7e93dababe" providerId="LiveId" clId="{D645D88E-2775-44AF-96B4-7331264D7FF4}" dt="2026-07-09T05:35:59.309" v="457" actId="1076"/>
        <pc:sldMkLst>
          <pc:docMk/>
          <pc:sldMk cId="2183537574" sldId="273"/>
        </pc:sldMkLst>
        <pc:picChg chg="add mod">
          <ac:chgData name="Mahendra Kumar" userId="6ebabf7e93dababe" providerId="LiveId" clId="{D645D88E-2775-44AF-96B4-7331264D7FF4}" dt="2026-07-09T05:35:59.309" v="457" actId="1076"/>
          <ac:picMkLst>
            <pc:docMk/>
            <pc:sldMk cId="2183537574" sldId="273"/>
            <ac:picMk id="3" creationId="{7FF338A9-0C0F-CAED-342A-090AB2422CFB}"/>
          </ac:picMkLst>
        </pc:picChg>
        <pc:picChg chg="add del mod">
          <ac:chgData name="Mahendra Kumar" userId="6ebabf7e93dababe" providerId="LiveId" clId="{D645D88E-2775-44AF-96B4-7331264D7FF4}" dt="2026-07-09T05:35:44.148" v="454" actId="21"/>
          <ac:picMkLst>
            <pc:docMk/>
            <pc:sldMk cId="2183537574" sldId="273"/>
            <ac:picMk id="5" creationId="{D5617F76-EA94-C7E2-72A7-1EB54B848D94}"/>
          </ac:picMkLst>
        </pc:picChg>
      </pc:sldChg>
      <pc:sldChg chg="addSp modSp new mod">
        <pc:chgData name="Mahendra Kumar" userId="6ebabf7e93dababe" providerId="LiveId" clId="{D645D88E-2775-44AF-96B4-7331264D7FF4}" dt="2026-07-09T05:35:36.321" v="453" actId="14100"/>
        <pc:sldMkLst>
          <pc:docMk/>
          <pc:sldMk cId="2960785828" sldId="274"/>
        </pc:sldMkLst>
        <pc:picChg chg="add mod">
          <ac:chgData name="Mahendra Kumar" userId="6ebabf7e93dababe" providerId="LiveId" clId="{D645D88E-2775-44AF-96B4-7331264D7FF4}" dt="2026-07-09T05:35:36.321" v="453" actId="14100"/>
          <ac:picMkLst>
            <pc:docMk/>
            <pc:sldMk cId="2960785828" sldId="274"/>
            <ac:picMk id="3" creationId="{3CBFA02B-CAED-4899-0C2B-666AA76D723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AA14D-2866-4EC9-A2EA-A4444C6B08D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FEDB0-3AD7-4E26-9205-F34EE0C3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911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FEDB0-3AD7-4E26-9205-F34EE0C39E6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536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FEDB0-3AD7-4E26-9205-F34EE0C39E6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410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55FF-FBD1-ED5E-A3AC-2436F51BC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770CD-B752-70B4-2C4F-49B57CD78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6CA04-EDC7-4F87-29B3-F48047C65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7FFC9-8384-EBD7-5B90-8056610A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D279B-9AE1-B7C4-88AD-8DFBFE49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516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4C3A-BF22-27B9-B9D2-F3417850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82A21-F591-8A15-2F60-EACED007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84B9A-D98F-47BF-5097-94B3B757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534E3-431B-18AF-8C58-A62162339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7A13-248B-3EA5-6CF9-1803CA4E4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196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834F-9EDB-CA93-F142-B1EE50BFA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174CC-5F94-D5C9-12B4-2C6ED1166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A6316-5A1F-639F-BBAD-9DCE8CA2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336B6-03AE-9BAE-83D3-2944A5E6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15191-E096-D200-B67C-1117DD38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26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675B-D73A-D46E-6E58-479C35903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62D67-0037-F640-91F4-A451B309A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52A8A-1327-A14C-BD8D-27E04DED2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D9D37-467D-937B-F2FC-7D5A79E4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A2CD8-82D4-6F5E-11B5-0F9488A8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4DF92-F4A4-2139-FABB-1AAFE59C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63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D8875-8A05-823E-8ADF-FE37831AC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A4FBB-2E2B-5421-DFA7-C2BA38276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6F37B-E578-C88C-7FCF-C0BE39570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AD00-7DEA-B5D7-F1ED-74721DD81B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83185-20AC-10B6-A19C-110B0233B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2B9A8-BFAA-68BD-20E6-F3E43669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CA681-D01D-1C50-D0E3-4E0D1221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57D1A-7805-2347-DA04-74F232A5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92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1336-71E9-43EB-93B8-79D687B91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14FEF-3209-1CBC-CCD3-E47CDDAE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FDE68-9760-5358-5037-D2381DA9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ECA79-1BF9-AAD2-21D7-3ADDB8DAB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23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ED6B2-FFB0-3543-5375-9AE1D8B6B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101C6-6358-EEB7-D315-D5075B6A7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57E55-A83E-B49A-3E07-CBC883BA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766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24AC6-94C1-8632-FB47-AC0675BD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EAAAF-B966-90C2-9BAF-A478AC441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9E42A-75A1-03C4-2B31-CE24305F5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67401-3BD0-FA70-1FB2-B87E1EE67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B53B4-16EA-6A69-6364-34706EEDF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598B0-AAE1-9729-57BB-F7DB72D4E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50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F2D7-608A-73B7-8364-AE5CF680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2B014-C5FC-0990-039B-D439520A9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54814-28CF-1EDC-A127-48BD796CE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229B8-022F-E217-82E0-192032FE1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3F521-0102-60BE-A449-21EE89BF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D5E5D-476E-0DB3-2534-932E65DFB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680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2167-1BD8-AFC0-13E7-D15C4B625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280C1-3D52-A968-3787-6DDEFABB7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F8EF9-5B06-EACE-0733-06C516790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2961-7E1C-B05E-8111-CD2D61AF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AD6A9-60EE-2715-D22C-A06D17A7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63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B37ECF-A767-A88F-0E69-DA19E32C9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39E00-6016-4215-0C55-9357EDF80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DA00-68B3-C1A4-DB4B-84CD52EAB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3439F-B6EA-AD7C-0BAD-B0E242283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5C449-14C5-2A7F-0DBE-87A13B4B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92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80C72-165D-EFAA-2868-86B198A0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2AEC1-6406-9D30-A86E-002EBAF4F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35B02-6849-4169-8FF3-BE4E65B2A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A9157-EA95-470B-A6F2-4AE54C21601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39B30-6594-42D2-D753-FE9120A26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2A2DF-366C-6E67-CB0E-FB505D243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34A54-50C7-4946-BC3E-7FF2EB93F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649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org/details/personality-development-swami-vivekananda" TargetMode="Externa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purehappylife_com/20426948365" TargetMode="Externa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F890-F79F-ACB6-02CD-B56A55FD7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303" y="265470"/>
            <a:ext cx="11651226" cy="834103"/>
          </a:xfr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CLASS-14-PROBABILITY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49028-3AFC-0AEE-808B-69A7F7615241}"/>
              </a:ext>
            </a:extLst>
          </p:cNvPr>
          <p:cNvSpPr txBox="1"/>
          <p:nvPr/>
        </p:nvSpPr>
        <p:spPr>
          <a:xfrm>
            <a:off x="570271" y="1612996"/>
            <a:ext cx="10943303" cy="39703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/>
            <a:r>
              <a:rPr lang="en-US" altLang="en-US" sz="2400" dirty="0"/>
              <a:t>* </a:t>
            </a:r>
            <a:r>
              <a:rPr lang="en-US" altLang="en-US" sz="3600" dirty="0"/>
              <a:t>Rules of class follow last classes. </a:t>
            </a:r>
          </a:p>
          <a:p>
            <a:pPr lvl="0"/>
            <a:r>
              <a:rPr lang="en-US" altLang="en-US" sz="3600" dirty="0"/>
              <a:t>* Don’t worry about the syllabus. </a:t>
            </a:r>
          </a:p>
          <a:p>
            <a:pPr lvl="0"/>
            <a:r>
              <a:rPr lang="en-US" altLang="en-US" sz="3600" dirty="0"/>
              <a:t> * I will complete your syllabus in a better way so that     you can perform well in the exam. </a:t>
            </a:r>
          </a:p>
          <a:p>
            <a:pPr lvl="0"/>
            <a:r>
              <a:rPr lang="en-US" altLang="en-US" sz="3600" dirty="0"/>
              <a:t>    * If you have any doubts, please ask. Don’t hesitate</a:t>
            </a:r>
          </a:p>
          <a:p>
            <a:pPr lvl="0"/>
            <a:r>
              <a:rPr lang="en-US" altLang="en-US" sz="3600" dirty="0"/>
              <a:t>* Thies chapter ends in only one day</a:t>
            </a:r>
          </a:p>
          <a:p>
            <a:pPr lvl="0"/>
            <a:r>
              <a:rPr lang="en-US" altLang="en-US" sz="3600" dirty="0"/>
              <a:t> BEST OF LUCK! </a:t>
            </a:r>
          </a:p>
        </p:txBody>
      </p:sp>
    </p:spTree>
    <p:extLst>
      <p:ext uri="{BB962C8B-B14F-4D97-AF65-F5344CB8AC3E}">
        <p14:creationId xmlns:p14="http://schemas.microsoft.com/office/powerpoint/2010/main" val="79111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CB91FE-4561-690E-DAC0-64207EE83D97}"/>
                  </a:ext>
                </a:extLst>
              </p:cNvPr>
              <p:cNvSpPr txBox="1"/>
              <p:nvPr/>
            </p:nvSpPr>
            <p:spPr>
              <a:xfrm>
                <a:off x="176981" y="-3122"/>
                <a:ext cx="11631561" cy="3539430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Introduction</a:t>
                </a:r>
              </a:p>
              <a:p>
                <a:pPr>
                  <a:buNone/>
                </a:pPr>
                <a:r>
                  <a:rPr lang="en-IN" sz="3200" dirty="0"/>
                  <a:t>Probability is the branch of mathematics that measures the chance of occurrence of an event.</a:t>
                </a:r>
              </a:p>
              <a:p>
                <a:pPr>
                  <a:buNone/>
                </a:pPr>
                <a:r>
                  <a:rPr lang="en-IN" sz="3200" dirty="0"/>
                  <a:t>It always lies between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IN" sz="32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3200" dirty="0"/>
                  <a:t>Impossible Event → Probability = 0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3200" dirty="0"/>
                  <a:t>Certain Event → Probability = 1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CB91FE-4561-690E-DAC0-64207EE83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81" y="-3122"/>
                <a:ext cx="11631561" cy="3539430"/>
              </a:xfrm>
              <a:prstGeom prst="rect">
                <a:avLst/>
              </a:prstGeom>
              <a:blipFill>
                <a:blip r:embed="rId3"/>
                <a:stretch>
                  <a:fillRect l="-1256" t="-1884" b="-4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66BA68B-97D8-5D47-8D5A-CAF0BE8C96C2}"/>
              </a:ext>
            </a:extLst>
          </p:cNvPr>
          <p:cNvSpPr txBox="1"/>
          <p:nvPr/>
        </p:nvSpPr>
        <p:spPr>
          <a:xfrm>
            <a:off x="108155" y="3699076"/>
            <a:ext cx="11936361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4000" dirty="0"/>
              <a:t>                      Random Experiment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96AE78-1AE8-143E-380D-1A239A37CFDF}"/>
              </a:ext>
            </a:extLst>
          </p:cNvPr>
          <p:cNvSpPr txBox="1"/>
          <p:nvPr/>
        </p:nvSpPr>
        <p:spPr>
          <a:xfrm>
            <a:off x="422788" y="4773165"/>
            <a:ext cx="11385754" cy="138499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Definition</a:t>
            </a:r>
          </a:p>
          <a:p>
            <a:pPr>
              <a:buNone/>
            </a:pPr>
            <a:r>
              <a:rPr lang="en-IN" sz="2800" dirty="0"/>
              <a:t>A random experiment is an experiment whose exact outcome cannot be predicted in advance, although all possible outcomes are known.</a:t>
            </a:r>
          </a:p>
        </p:txBody>
      </p:sp>
    </p:spTree>
    <p:extLst>
      <p:ext uri="{BB962C8B-B14F-4D97-AF65-F5344CB8AC3E}">
        <p14:creationId xmlns:p14="http://schemas.microsoft.com/office/powerpoint/2010/main" val="283202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2F58E8-57E5-847E-E594-9604EF61CECA}"/>
                  </a:ext>
                </a:extLst>
              </p:cNvPr>
              <p:cNvSpPr txBox="1"/>
              <p:nvPr/>
            </p:nvSpPr>
            <p:spPr>
              <a:xfrm>
                <a:off x="412955" y="243512"/>
                <a:ext cx="11592232" cy="637097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Examples</a:t>
                </a:r>
              </a:p>
              <a:p>
                <a:pPr>
                  <a:buNone/>
                </a:pPr>
                <a:r>
                  <a:rPr lang="en-IN" sz="2400" b="1" dirty="0"/>
                  <a:t>Tossing a Coin</a:t>
                </a:r>
              </a:p>
              <a:p>
                <a:pPr>
                  <a:buNone/>
                </a:pPr>
                <a:r>
                  <a:rPr lang="en-IN" sz="2400" dirty="0"/>
                  <a:t>Possible outcomes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IN" sz="2400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br>
                  <a:rPr lang="en-IN" sz="2400" dirty="0"/>
                </a:br>
                <a:endParaRPr lang="en-IN" sz="2400" dirty="0"/>
              </a:p>
              <a:p>
                <a:pPr>
                  <a:buNone/>
                </a:pPr>
                <a:r>
                  <a:rPr lang="en-IN" sz="2400" b="1" dirty="0"/>
                  <a:t>Rolling a Die</a:t>
                </a:r>
              </a:p>
              <a:p>
                <a:pPr>
                  <a:buNone/>
                </a:pPr>
                <a:r>
                  <a:rPr lang="en-IN" sz="2400" dirty="0"/>
                  <a:t>Possible outcomes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,2,3,4,5,6</m:t>
                      </m:r>
                    </m:oMath>
                  </m:oMathPara>
                </a14:m>
                <a:endParaRPr lang="en-IN" sz="2400" dirty="0"/>
              </a:p>
              <a:p>
                <a:pPr>
                  <a:buNone/>
                </a:pPr>
                <a:r>
                  <a:rPr lang="en-IN" sz="2400" b="1" dirty="0"/>
                  <a:t>Drawing a Card</a:t>
                </a:r>
              </a:p>
              <a:p>
                <a:pPr>
                  <a:buNone/>
                </a:pPr>
                <a:r>
                  <a:rPr lang="en-IN" sz="2400" dirty="0"/>
                  <a:t>Outcome may be</a:t>
                </a:r>
              </a:p>
              <a:p>
                <a:pPr>
                  <a:buNone/>
                </a:pPr>
                <a:r>
                  <a:rPr lang="en-IN" sz="2400" dirty="0"/>
                  <a:t>King</a:t>
                </a:r>
              </a:p>
              <a:p>
                <a:pPr>
                  <a:buNone/>
                </a:pPr>
                <a:r>
                  <a:rPr lang="en-IN" sz="2400" dirty="0"/>
                  <a:t>Queen</a:t>
                </a:r>
              </a:p>
              <a:p>
                <a:pPr>
                  <a:buNone/>
                </a:pPr>
                <a:r>
                  <a:rPr lang="en-IN" sz="2400" dirty="0"/>
                  <a:t>Ace</a:t>
                </a:r>
              </a:p>
              <a:p>
                <a:pPr>
                  <a:buNone/>
                </a:pPr>
                <a:r>
                  <a:rPr lang="en-IN" sz="2400" dirty="0"/>
                  <a:t>etc.</a:t>
                </a:r>
              </a:p>
              <a:p>
                <a:pPr>
                  <a:buNone/>
                </a:pPr>
                <a:r>
                  <a:rPr lang="en-IN" sz="2400" b="1" dirty="0"/>
                  <a:t>Characteristics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Can be repeated.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Outcome is uncertain.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Possible outcomes are known.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2F58E8-57E5-847E-E594-9604EF61C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55" y="243512"/>
                <a:ext cx="11592232" cy="6370975"/>
              </a:xfrm>
              <a:prstGeom prst="rect">
                <a:avLst/>
              </a:prstGeom>
              <a:blipFill>
                <a:blip r:embed="rId2"/>
                <a:stretch>
                  <a:fillRect l="-788" t="-669" b="-11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340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6C69F6-5FEC-467B-3D1D-6A5357732A87}"/>
                  </a:ext>
                </a:extLst>
              </p:cNvPr>
              <p:cNvSpPr txBox="1"/>
              <p:nvPr/>
            </p:nvSpPr>
            <p:spPr>
              <a:xfrm>
                <a:off x="216310" y="143697"/>
                <a:ext cx="11611895" cy="4031873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Outcome</a:t>
                </a:r>
              </a:p>
              <a:p>
                <a:pPr>
                  <a:buNone/>
                </a:pPr>
                <a:r>
                  <a:rPr lang="en-IN" sz="3200" dirty="0"/>
                  <a:t>An outcome is the result obtained after performing a random experiment.</a:t>
                </a:r>
              </a:p>
              <a:p>
                <a:pPr>
                  <a:buNone/>
                </a:pPr>
                <a:r>
                  <a:rPr lang="en-IN" sz="3200" dirty="0"/>
                  <a:t>Example</a:t>
                </a:r>
              </a:p>
              <a:p>
                <a:pPr>
                  <a:buNone/>
                </a:pPr>
                <a:r>
                  <a:rPr lang="en-IN" sz="3200" dirty="0"/>
                  <a:t>Rolling one die</a:t>
                </a:r>
              </a:p>
              <a:p>
                <a:pPr>
                  <a:buNone/>
                </a:pPr>
                <a:r>
                  <a:rPr lang="en-IN" sz="3200" dirty="0"/>
                  <a:t>Possible outcomes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,2,3,4,5,6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Each number is called an outcome.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6C69F6-5FEC-467B-3D1D-6A5357732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10" y="143697"/>
                <a:ext cx="11611895" cy="4031873"/>
              </a:xfrm>
              <a:prstGeom prst="rect">
                <a:avLst/>
              </a:prstGeom>
              <a:blipFill>
                <a:blip r:embed="rId2"/>
                <a:stretch>
                  <a:fillRect l="-1258" t="-1657" b="-39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C14501-66EF-EBD3-8579-C21F34E03A76}"/>
                  </a:ext>
                </a:extLst>
              </p:cNvPr>
              <p:cNvSpPr txBox="1"/>
              <p:nvPr/>
            </p:nvSpPr>
            <p:spPr>
              <a:xfrm>
                <a:off x="216309" y="4429486"/>
                <a:ext cx="11611895" cy="2092881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4000" b="1" dirty="0"/>
                  <a:t>Sample Space</a:t>
                </a:r>
              </a:p>
              <a:p>
                <a:pPr>
                  <a:buNone/>
                </a:pPr>
                <a:r>
                  <a:rPr lang="en-IN" sz="2400" b="1" dirty="0"/>
                  <a:t>Definition</a:t>
                </a:r>
              </a:p>
              <a:p>
                <a:pPr>
                  <a:buNone/>
                </a:pPr>
                <a:r>
                  <a:rPr lang="en-IN" sz="2400" dirty="0"/>
                  <a:t>The set of all possible outcomes is called the sample space.</a:t>
                </a:r>
              </a:p>
              <a:p>
                <a:pPr>
                  <a:buNone/>
                </a:pPr>
                <a:r>
                  <a:rPr lang="en-IN" sz="2400" dirty="0"/>
                  <a:t>It is denoted by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C14501-66EF-EBD3-8579-C21F34E03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09" y="4429486"/>
                <a:ext cx="11611895" cy="2092881"/>
              </a:xfrm>
              <a:prstGeom prst="rect">
                <a:avLst/>
              </a:prstGeom>
              <a:blipFill>
                <a:blip r:embed="rId3"/>
                <a:stretch>
                  <a:fillRect l="-1783" t="-4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718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6AD342-3933-29DF-3FF7-21D8CD0B4276}"/>
                  </a:ext>
                </a:extLst>
              </p:cNvPr>
              <p:cNvSpPr txBox="1"/>
              <p:nvPr/>
            </p:nvSpPr>
            <p:spPr>
              <a:xfrm>
                <a:off x="152400" y="530233"/>
                <a:ext cx="11887200" cy="6001643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Examples</a:t>
                </a:r>
              </a:p>
              <a:p>
                <a:pPr>
                  <a:buNone/>
                </a:pPr>
                <a:r>
                  <a:rPr lang="en-IN" sz="2400" b="1" dirty="0"/>
                  <a:t>Coin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  <a:p>
                <a:pPr>
                  <a:buNone/>
                </a:pPr>
                <a:r>
                  <a:rPr lang="en-IN" sz="2400" b="1" dirty="0"/>
                  <a:t>Die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  <a:p>
                <a:pPr>
                  <a:buNone/>
                </a:pPr>
                <a:r>
                  <a:rPr lang="en-IN" sz="2400" b="1" dirty="0"/>
                  <a:t>Two Coins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𝑇𝑇𝐻𝑇𝑇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Total outcomes = 4</a:t>
                </a:r>
              </a:p>
              <a:p>
                <a:pPr>
                  <a:buNone/>
                </a:pPr>
                <a:r>
                  <a:rPr lang="en-IN" sz="2400" b="1" dirty="0"/>
                  <a:t>Two Dice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400" i="0">
                          <a:latin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IN" sz="2400" dirty="0"/>
              </a:p>
              <a:p>
                <a:pPr>
                  <a:buNone/>
                </a:pPr>
                <a:r>
                  <a:rPr lang="en-IN" sz="2400" b="1" dirty="0"/>
                  <a:t>Representation using Sets</a:t>
                </a:r>
              </a:p>
              <a:p>
                <a:pPr>
                  <a:buNone/>
                </a:pPr>
                <a:r>
                  <a:rPr lang="en-IN" sz="2400" dirty="0"/>
                  <a:t>Example</a:t>
                </a:r>
              </a:p>
              <a:p>
                <a:pPr>
                  <a:buNone/>
                </a:pPr>
                <a:r>
                  <a:rPr lang="en-IN" sz="2400" dirty="0"/>
                  <a:t>Die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Event "Even Number"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6AD342-3933-29DF-3FF7-21D8CD0B4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30233"/>
                <a:ext cx="11887200" cy="6001643"/>
              </a:xfrm>
              <a:prstGeom prst="rect">
                <a:avLst/>
              </a:prstGeom>
              <a:blipFill>
                <a:blip r:embed="rId2"/>
                <a:stretch>
                  <a:fillRect l="-717" t="-7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3796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4BE47D-EC30-DA47-4678-0FB053A07446}"/>
                  </a:ext>
                </a:extLst>
              </p:cNvPr>
              <p:cNvSpPr txBox="1"/>
              <p:nvPr/>
            </p:nvSpPr>
            <p:spPr>
              <a:xfrm>
                <a:off x="314632" y="128271"/>
                <a:ext cx="11611897" cy="1692771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4000" b="1" dirty="0"/>
                  <a:t>Event</a:t>
                </a:r>
              </a:p>
              <a:p>
                <a:pPr>
                  <a:buNone/>
                </a:pPr>
                <a:r>
                  <a:rPr lang="en-IN" sz="3200" dirty="0"/>
                  <a:t>An event is any subset of the sample space.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4BE47D-EC30-DA47-4678-0FB053A07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32" y="128271"/>
                <a:ext cx="11611897" cy="1692771"/>
              </a:xfrm>
              <a:prstGeom prst="rect">
                <a:avLst/>
              </a:prstGeom>
              <a:blipFill>
                <a:blip r:embed="rId2"/>
                <a:stretch>
                  <a:fillRect l="-1835" t="-60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5D58ACF-9E93-AC7D-87C4-0C839D126BCC}"/>
              </a:ext>
            </a:extLst>
          </p:cNvPr>
          <p:cNvSpPr txBox="1"/>
          <p:nvPr/>
        </p:nvSpPr>
        <p:spPr>
          <a:xfrm>
            <a:off x="383458" y="1939103"/>
            <a:ext cx="11090787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                              Types of Events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7FC79A-EB27-5063-82A6-55DD35F67CD7}"/>
                  </a:ext>
                </a:extLst>
              </p:cNvPr>
              <p:cNvSpPr txBox="1"/>
              <p:nvPr/>
            </p:nvSpPr>
            <p:spPr>
              <a:xfrm>
                <a:off x="196645" y="2703495"/>
                <a:ext cx="2615381" cy="304698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Simple Event</a:t>
                </a:r>
              </a:p>
              <a:p>
                <a:pPr>
                  <a:buNone/>
                </a:pPr>
                <a:r>
                  <a:rPr lang="en-IN" sz="3200" dirty="0"/>
                  <a:t>Contains only one outcome.</a:t>
                </a:r>
              </a:p>
              <a:p>
                <a:pPr>
                  <a:buNone/>
                </a:pPr>
                <a:r>
                  <a:rPr lang="en-IN" sz="3200" dirty="0"/>
                  <a:t>Example</a:t>
                </a:r>
              </a:p>
              <a:p>
                <a:pPr>
                  <a:buNone/>
                </a:pPr>
                <a:r>
                  <a:rPr lang="en-IN" sz="3200" dirty="0"/>
                  <a:t>Getting 5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7FC79A-EB27-5063-82A6-55DD35F67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45" y="2703495"/>
                <a:ext cx="2615381" cy="3046988"/>
              </a:xfrm>
              <a:prstGeom prst="rect">
                <a:avLst/>
              </a:prstGeom>
              <a:blipFill>
                <a:blip r:embed="rId3"/>
                <a:stretch>
                  <a:fillRect l="-5312" t="-1984" r="-78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28AC2C-2029-ED91-8EEC-14D7016AC513}"/>
                  </a:ext>
                </a:extLst>
              </p:cNvPr>
              <p:cNvSpPr txBox="1"/>
              <p:nvPr/>
            </p:nvSpPr>
            <p:spPr>
              <a:xfrm>
                <a:off x="3048000" y="2692794"/>
                <a:ext cx="3048000" cy="353943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dirty="0"/>
                  <a:t>Compound Event</a:t>
                </a:r>
              </a:p>
              <a:p>
                <a:pPr>
                  <a:buNone/>
                </a:pPr>
                <a:r>
                  <a:rPr lang="en-IN" sz="2800" dirty="0"/>
                  <a:t>Contains more than one outcome.</a:t>
                </a:r>
              </a:p>
              <a:p>
                <a:pPr>
                  <a:buNone/>
                </a:pPr>
                <a:r>
                  <a:rPr lang="en-IN" sz="2800" dirty="0"/>
                  <a:t>Example</a:t>
                </a:r>
              </a:p>
              <a:p>
                <a:pPr>
                  <a:buNone/>
                </a:pPr>
                <a:r>
                  <a:rPr lang="en-IN" sz="2800" dirty="0"/>
                  <a:t>Getting an even number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8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28AC2C-2029-ED91-8EEC-14D7016AC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692794"/>
                <a:ext cx="3048000" cy="3539430"/>
              </a:xfrm>
              <a:prstGeom prst="rect">
                <a:avLst/>
              </a:prstGeom>
              <a:blipFill>
                <a:blip r:embed="rId4"/>
                <a:stretch>
                  <a:fillRect l="-3785" t="-1718" r="-9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738CF4-B3D8-AFB2-3AFF-9C041D675887}"/>
                  </a:ext>
                </a:extLst>
              </p:cNvPr>
              <p:cNvSpPr txBox="1"/>
              <p:nvPr/>
            </p:nvSpPr>
            <p:spPr>
              <a:xfrm>
                <a:off x="6263148" y="2749073"/>
                <a:ext cx="2821858" cy="30469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Sure Event</a:t>
                </a:r>
              </a:p>
              <a:p>
                <a:pPr>
                  <a:buNone/>
                </a:pPr>
                <a:r>
                  <a:rPr lang="en-IN" sz="3200" dirty="0"/>
                  <a:t>Contains every outcome.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Probability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738CF4-B3D8-AFB2-3AFF-9C041D675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148" y="2749073"/>
                <a:ext cx="2821858" cy="3046988"/>
              </a:xfrm>
              <a:prstGeom prst="rect">
                <a:avLst/>
              </a:prstGeom>
              <a:blipFill>
                <a:blip r:embed="rId5"/>
                <a:stretch>
                  <a:fillRect l="-5150" t="-2187" r="-70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E0A9B3-E4F8-A269-B6A5-4353DEF382CD}"/>
                  </a:ext>
                </a:extLst>
              </p:cNvPr>
              <p:cNvSpPr txBox="1"/>
              <p:nvPr/>
            </p:nvSpPr>
            <p:spPr>
              <a:xfrm>
                <a:off x="9252154" y="2826127"/>
                <a:ext cx="2821858" cy="353943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Impossible Event</a:t>
                </a:r>
              </a:p>
              <a:p>
                <a:pPr>
                  <a:buNone/>
                </a:pPr>
                <a:r>
                  <a:rPr lang="en-IN" sz="3200" dirty="0"/>
                  <a:t>Contains no outcome.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Probability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E0A9B3-E4F8-A269-B6A5-4353DEF38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2154" y="2826127"/>
                <a:ext cx="2821858" cy="3539430"/>
              </a:xfrm>
              <a:prstGeom prst="rect">
                <a:avLst/>
              </a:prstGeom>
              <a:blipFill>
                <a:blip r:embed="rId6"/>
                <a:stretch>
                  <a:fillRect l="-5376" t="-18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809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51C2A7-389D-8D33-1410-8987BA47E158}"/>
                  </a:ext>
                </a:extLst>
              </p:cNvPr>
              <p:cNvSpPr txBox="1"/>
              <p:nvPr/>
            </p:nvSpPr>
            <p:spPr>
              <a:xfrm>
                <a:off x="206475" y="176981"/>
                <a:ext cx="6096001" cy="6247864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4000" b="1" dirty="0"/>
                  <a:t>Complement Event (NOT)</a:t>
                </a:r>
              </a:p>
              <a:p>
                <a:pPr>
                  <a:buNone/>
                </a:pPr>
                <a:r>
                  <a:rPr lang="en-IN" sz="4000" dirty="0"/>
                  <a:t>The complement of an event means the event does not occur.</a:t>
                </a:r>
              </a:p>
              <a:p>
                <a:pPr>
                  <a:buNone/>
                </a:pPr>
                <a:r>
                  <a:rPr lang="en-IN" sz="4000" dirty="0"/>
                  <a:t>Notation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4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IN" sz="40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IN" sz="4000" dirty="0"/>
              </a:p>
              <a:p>
                <a:pPr>
                  <a:buNone/>
                </a:pPr>
                <a:r>
                  <a:rPr lang="en-IN" sz="4000" dirty="0"/>
                  <a:t>or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4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IN" sz="4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en-IN" sz="4000" dirty="0"/>
              </a:p>
              <a:p>
                <a:pPr>
                  <a:buNone/>
                </a:pPr>
                <a:r>
                  <a:rPr lang="en-IN" sz="4000" dirty="0"/>
                  <a:t>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4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IN" sz="40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IN" sz="4000" i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IN" sz="4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4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IN" sz="4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51C2A7-389D-8D33-1410-8987BA47E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75" y="176981"/>
                <a:ext cx="6096001" cy="6247864"/>
              </a:xfrm>
              <a:prstGeom prst="rect">
                <a:avLst/>
              </a:prstGeom>
              <a:blipFill>
                <a:blip r:embed="rId3"/>
                <a:stretch>
                  <a:fillRect l="-3490" t="-1654" r="-17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251694-C3DE-142D-5AB1-4EBA5B4B1EA6}"/>
                  </a:ext>
                </a:extLst>
              </p:cNvPr>
              <p:cNvSpPr txBox="1"/>
              <p:nvPr/>
            </p:nvSpPr>
            <p:spPr>
              <a:xfrm>
                <a:off x="6813753" y="1049959"/>
                <a:ext cx="4805516" cy="3416320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600" b="1" dirty="0"/>
                  <a:t>Example</a:t>
                </a:r>
              </a:p>
              <a:p>
                <a:pPr>
                  <a:buNone/>
                </a:pPr>
                <a:r>
                  <a:rPr lang="en-IN" sz="3600" dirty="0"/>
                  <a:t>Rolling a die</a:t>
                </a:r>
              </a:p>
              <a:p>
                <a:pPr>
                  <a:buNone/>
                </a:pPr>
                <a:r>
                  <a:rPr lang="en-IN" sz="3600" dirty="0"/>
                  <a:t>Event A = Even number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3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IN" sz="3600" dirty="0"/>
              </a:p>
              <a:p>
                <a:pPr>
                  <a:buNone/>
                </a:pPr>
                <a:r>
                  <a:rPr lang="en-IN" sz="3600" dirty="0"/>
                  <a:t>Complement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sz="3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251694-C3DE-142D-5AB1-4EBA5B4B1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753" y="1049959"/>
                <a:ext cx="4805516" cy="3416320"/>
              </a:xfrm>
              <a:prstGeom prst="rect">
                <a:avLst/>
              </a:prstGeom>
              <a:blipFill>
                <a:blip r:embed="rId4"/>
                <a:stretch>
                  <a:fillRect l="-3793" t="-2482" r="-7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757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90F76F-5E81-9C9E-3129-0F18EAC572A6}"/>
                  </a:ext>
                </a:extLst>
              </p:cNvPr>
              <p:cNvSpPr txBox="1"/>
              <p:nvPr/>
            </p:nvSpPr>
            <p:spPr>
              <a:xfrm>
                <a:off x="206477" y="58846"/>
                <a:ext cx="6096000" cy="674030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600" b="1" dirty="0"/>
                  <a:t>AND Event (Intersection)</a:t>
                </a:r>
              </a:p>
              <a:p>
                <a:pPr>
                  <a:buNone/>
                </a:pPr>
                <a:r>
                  <a:rPr lang="en-IN" sz="3600" dirty="0"/>
                  <a:t>The AND operation means both events happen together.</a:t>
                </a:r>
              </a:p>
              <a:p>
                <a:pPr>
                  <a:buNone/>
                </a:pPr>
                <a:r>
                  <a:rPr lang="en-IN" sz="3600" dirty="0"/>
                  <a:t>Notation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3600" i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IN" sz="36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IN" sz="3600" dirty="0"/>
              </a:p>
              <a:p>
                <a:pPr>
                  <a:buNone/>
                </a:pPr>
                <a:r>
                  <a:rPr lang="en-IN" sz="3600" dirty="0"/>
                  <a:t>Example</a:t>
                </a:r>
              </a:p>
              <a:p>
                <a:pPr>
                  <a:buNone/>
                </a:pPr>
                <a:r>
                  <a:rPr lang="en-IN" sz="3600" dirty="0"/>
                  <a:t>A = Even numbers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IN" sz="3600" dirty="0"/>
              </a:p>
              <a:p>
                <a:pPr>
                  <a:buNone/>
                </a:pPr>
                <a:r>
                  <a:rPr lang="en-IN" sz="3600" dirty="0"/>
                  <a:t>B = Prime numbers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IN" sz="3600" dirty="0"/>
              </a:p>
              <a:p>
                <a:pPr>
                  <a:buNone/>
                </a:pPr>
                <a:r>
                  <a:rPr lang="en-IN" sz="3600" dirty="0"/>
                  <a:t>Then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3600" i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IN" sz="36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3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6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90F76F-5E81-9C9E-3129-0F18EAC57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77" y="58846"/>
                <a:ext cx="6096000" cy="6740307"/>
              </a:xfrm>
              <a:prstGeom prst="rect">
                <a:avLst/>
              </a:prstGeom>
              <a:blipFill>
                <a:blip r:embed="rId2"/>
                <a:stretch>
                  <a:fillRect l="-2991" t="-13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74F3B6-11E2-1A6F-B114-D63E9F25C0DE}"/>
                  </a:ext>
                </a:extLst>
              </p:cNvPr>
              <p:cNvSpPr txBox="1"/>
              <p:nvPr/>
            </p:nvSpPr>
            <p:spPr>
              <a:xfrm>
                <a:off x="6676103" y="255491"/>
                <a:ext cx="5309420" cy="6001643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OR Event (Union)</a:t>
                </a:r>
              </a:p>
              <a:p>
                <a:pPr>
                  <a:buNone/>
                </a:pPr>
                <a:r>
                  <a:rPr lang="en-IN" sz="3200" dirty="0"/>
                  <a:t>The OR operation means either A or B or both occur.</a:t>
                </a:r>
              </a:p>
              <a:p>
                <a:pPr>
                  <a:buNone/>
                </a:pPr>
                <a:r>
                  <a:rPr lang="en-IN" sz="3200" dirty="0"/>
                  <a:t>Notation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Example</a:t>
                </a:r>
              </a:p>
              <a:p>
                <a:pPr>
                  <a:buNone/>
                </a:pPr>
                <a:r>
                  <a:rPr lang="en-IN" sz="3200" dirty="0"/>
                  <a:t>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B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Then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74F3B6-11E2-1A6F-B114-D63E9F25C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103" y="255491"/>
                <a:ext cx="5309420" cy="6001643"/>
              </a:xfrm>
              <a:prstGeom prst="rect">
                <a:avLst/>
              </a:prstGeom>
              <a:blipFill>
                <a:blip r:embed="rId3"/>
                <a:stretch>
                  <a:fillRect l="-2746" t="-11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07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5D1D9E-0006-39B5-0C27-5B643A0FC96F}"/>
                  </a:ext>
                </a:extLst>
              </p:cNvPr>
              <p:cNvSpPr txBox="1"/>
              <p:nvPr/>
            </p:nvSpPr>
            <p:spPr>
              <a:xfrm>
                <a:off x="240890" y="157316"/>
                <a:ext cx="11710219" cy="618630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4400" b="1" dirty="0"/>
                  <a:t>Exhaustive Events</a:t>
                </a:r>
              </a:p>
              <a:p>
                <a:pPr>
                  <a:buNone/>
                </a:pPr>
                <a:r>
                  <a:rPr lang="en-IN" sz="3200" dirty="0"/>
                  <a:t>Events whose union equals the sample space are called exhaustive events.</a:t>
                </a:r>
              </a:p>
              <a:p>
                <a:pPr>
                  <a:buNone/>
                </a:pPr>
                <a:r>
                  <a:rPr lang="en-IN" sz="3200" dirty="0"/>
                  <a:t>Mathematically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3200" i="0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3200" i="0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3200" i="0">
                          <a:latin typeface="Cambria Math" panose="02040503050406030204" pitchFamily="18" charset="0"/>
                        </a:rPr>
                        <m:t>∪⋯=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Example</a:t>
                </a:r>
              </a:p>
              <a:p>
                <a:pPr>
                  <a:buNone/>
                </a:pPr>
                <a:r>
                  <a:rPr lang="en-IN" sz="3200" dirty="0"/>
                  <a:t>Die</a:t>
                </a:r>
              </a:p>
              <a:p>
                <a:pPr>
                  <a:buNone/>
                </a:pPr>
                <a:r>
                  <a:rPr lang="en-IN" sz="3200" dirty="0"/>
                  <a:t>Odd numbers</a:t>
                </a:r>
              </a:p>
              <a:p>
                <a:pPr>
                  <a:buNone/>
                </a:pPr>
                <a:r>
                  <a:rPr lang="en-IN" sz="3200" dirty="0"/>
                  <a:t>Even numbers</a:t>
                </a:r>
              </a:p>
              <a:p>
                <a:pPr>
                  <a:buNone/>
                </a:pPr>
                <a:r>
                  <a:rPr lang="en-IN" sz="3200" dirty="0"/>
                  <a:t>Together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Hence exhaustive.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5D1D9E-0006-39B5-0C27-5B643A0FC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90" y="157316"/>
                <a:ext cx="11710219" cy="6186309"/>
              </a:xfrm>
              <a:prstGeom prst="rect">
                <a:avLst/>
              </a:prstGeom>
              <a:blipFill>
                <a:blip r:embed="rId2"/>
                <a:stretch>
                  <a:fillRect l="-2027" t="-1766" b="-21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6402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5BF2C6-9522-A576-0FBA-14EE166F8E59}"/>
                  </a:ext>
                </a:extLst>
              </p:cNvPr>
              <p:cNvSpPr txBox="1"/>
              <p:nvPr/>
            </p:nvSpPr>
            <p:spPr>
              <a:xfrm>
                <a:off x="78658" y="106910"/>
                <a:ext cx="11847871" cy="255454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. </a:t>
                </a:r>
                <a:r>
                  <a:rPr lang="en-IN" sz="3200" b="1" dirty="0"/>
                  <a:t>Mutually Exclusive Events</a:t>
                </a:r>
              </a:p>
              <a:p>
                <a:pPr>
                  <a:buNone/>
                </a:pPr>
                <a:r>
                  <a:rPr lang="en-IN" sz="3200" dirty="0"/>
                  <a:t>Two events are mutually exclusive if they cannot occur simultaneously.</a:t>
                </a:r>
              </a:p>
              <a:p>
                <a:pPr>
                  <a:buNone/>
                </a:pPr>
                <a:r>
                  <a:rPr lang="en-IN" sz="3200" dirty="0"/>
                  <a:t>Condition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5BF2C6-9522-A576-0FBA-14EE166F8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8" y="106910"/>
                <a:ext cx="11847871" cy="2554545"/>
              </a:xfrm>
              <a:prstGeom prst="rect">
                <a:avLst/>
              </a:prstGeom>
              <a:blipFill>
                <a:blip r:embed="rId2"/>
                <a:stretch>
                  <a:fillRect l="-1285" t="-26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69BB4DD-5379-CE7D-38E5-892C16CA1E23}"/>
              </a:ext>
            </a:extLst>
          </p:cNvPr>
          <p:cNvSpPr txBox="1"/>
          <p:nvPr/>
        </p:nvSpPr>
        <p:spPr>
          <a:xfrm>
            <a:off x="186814" y="3054893"/>
            <a:ext cx="4286864" cy="35394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3200" dirty="0"/>
              <a:t>Example</a:t>
            </a:r>
          </a:p>
          <a:p>
            <a:pPr>
              <a:buNone/>
            </a:pPr>
            <a:r>
              <a:rPr lang="en-IN" sz="3200" dirty="0"/>
              <a:t>Getting</a:t>
            </a:r>
          </a:p>
          <a:p>
            <a:pPr>
              <a:buNone/>
            </a:pPr>
            <a:r>
              <a:rPr lang="en-IN" sz="3200" dirty="0"/>
              <a:t>2</a:t>
            </a:r>
          </a:p>
          <a:p>
            <a:pPr>
              <a:buNone/>
            </a:pPr>
            <a:r>
              <a:rPr lang="en-IN" sz="3200" dirty="0"/>
              <a:t>and</a:t>
            </a:r>
          </a:p>
          <a:p>
            <a:pPr>
              <a:buNone/>
            </a:pPr>
            <a:r>
              <a:rPr lang="en-IN" sz="3200" dirty="0"/>
              <a:t>5</a:t>
            </a:r>
          </a:p>
          <a:p>
            <a:pPr>
              <a:buNone/>
            </a:pPr>
            <a:r>
              <a:rPr lang="en-IN" sz="3200" dirty="0"/>
              <a:t>on one die roll.</a:t>
            </a:r>
          </a:p>
          <a:p>
            <a:pPr>
              <a:buNone/>
            </a:pPr>
            <a:r>
              <a:rPr lang="en-IN" sz="3200" dirty="0"/>
              <a:t>Impossible together.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32F6DB-1FEF-BAE8-36B3-BD9001BD5623}"/>
                  </a:ext>
                </a:extLst>
              </p:cNvPr>
              <p:cNvSpPr txBox="1"/>
              <p:nvPr/>
            </p:nvSpPr>
            <p:spPr>
              <a:xfrm>
                <a:off x="5820698" y="3054893"/>
                <a:ext cx="5319251" cy="3539430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dirty="0"/>
                  <a:t>Not Mutually Exclusive</a:t>
                </a:r>
              </a:p>
              <a:p>
                <a:pPr>
                  <a:buNone/>
                </a:pPr>
                <a:r>
                  <a:rPr lang="en-IN" sz="2800" dirty="0"/>
                  <a:t>A</a:t>
                </a:r>
              </a:p>
              <a:p>
                <a:pPr>
                  <a:buNone/>
                </a:pPr>
                <a:r>
                  <a:rPr lang="en-IN" sz="2800" dirty="0"/>
                  <a:t>Even</a:t>
                </a:r>
              </a:p>
              <a:p>
                <a:pPr>
                  <a:buNone/>
                </a:pPr>
                <a:r>
                  <a:rPr lang="en-IN" sz="2800" dirty="0"/>
                  <a:t>B</a:t>
                </a:r>
              </a:p>
              <a:p>
                <a:pPr>
                  <a:buNone/>
                </a:pPr>
                <a:r>
                  <a:rPr lang="en-IN" sz="2800" dirty="0"/>
                  <a:t>Prime</a:t>
                </a:r>
              </a:p>
              <a:p>
                <a:pPr>
                  <a:buNone/>
                </a:pPr>
                <a:r>
                  <a:rPr lang="en-IN" sz="2800" dirty="0"/>
                  <a:t>Both contain 2</a:t>
                </a:r>
              </a:p>
              <a:p>
                <a:pPr>
                  <a:buNone/>
                </a:pPr>
                <a:r>
                  <a:rPr lang="en-IN" sz="2800" dirty="0"/>
                  <a:t>Therefore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800" i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8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32F6DB-1FEF-BAE8-36B3-BD9001BD5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698" y="3054893"/>
                <a:ext cx="5319251" cy="3539430"/>
              </a:xfrm>
              <a:prstGeom prst="rect">
                <a:avLst/>
              </a:prstGeom>
              <a:blipFill>
                <a:blip r:embed="rId3"/>
                <a:stretch>
                  <a:fillRect l="-2286" t="-1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8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6B67A2-F130-4DB8-C06E-5314923EC635}"/>
                  </a:ext>
                </a:extLst>
              </p:cNvPr>
              <p:cNvSpPr txBox="1"/>
              <p:nvPr/>
            </p:nvSpPr>
            <p:spPr>
              <a:xfrm>
                <a:off x="462114" y="181957"/>
                <a:ext cx="11513575" cy="649408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Axiomatic Probability</a:t>
                </a:r>
              </a:p>
              <a:p>
                <a:pPr>
                  <a:buNone/>
                </a:pPr>
                <a:r>
                  <a:rPr lang="en-IN" sz="3200" dirty="0"/>
                  <a:t>Let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be the probability of event A.</a:t>
                </a:r>
              </a:p>
              <a:p>
                <a:pPr>
                  <a:buNone/>
                </a:pPr>
                <a:r>
                  <a:rPr lang="en-IN" sz="3200" b="1" dirty="0"/>
                  <a:t>First Axiom</a:t>
                </a:r>
              </a:p>
              <a:p>
                <a:pPr>
                  <a:buNone/>
                </a:pPr>
                <a:r>
                  <a:rPr lang="en-IN" sz="3200" dirty="0"/>
                  <a:t>Probability is always non-negative.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b="1" dirty="0"/>
                  <a:t>Second Axiom</a:t>
                </a:r>
              </a:p>
              <a:p>
                <a:pPr>
                  <a:buNone/>
                </a:pPr>
                <a:r>
                  <a:rPr lang="en-IN" sz="3200" dirty="0"/>
                  <a:t>Probability of sample space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b="1" dirty="0"/>
                  <a:t>Third Axiom</a:t>
                </a:r>
              </a:p>
              <a:p>
                <a:pPr>
                  <a:buNone/>
                </a:pPr>
                <a:r>
                  <a:rPr lang="en-IN" sz="3200" dirty="0"/>
                  <a:t>For mutually exclusive events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6B67A2-F130-4DB8-C06E-5314923EC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14" y="181957"/>
                <a:ext cx="11513575" cy="6494085"/>
              </a:xfrm>
              <a:prstGeom prst="rect">
                <a:avLst/>
              </a:prstGeom>
              <a:blipFill>
                <a:blip r:embed="rId2"/>
                <a:stretch>
                  <a:fillRect l="-1321" t="-1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681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15E863-9A95-AE9A-69B8-C4585DB23733}"/>
                  </a:ext>
                </a:extLst>
              </p:cNvPr>
              <p:cNvSpPr txBox="1"/>
              <p:nvPr/>
            </p:nvSpPr>
            <p:spPr>
              <a:xfrm>
                <a:off x="206477" y="161810"/>
                <a:ext cx="11503741" cy="3875356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dirty="0"/>
                  <a:t> Classical Probability</a:t>
                </a:r>
              </a:p>
              <a:p>
                <a:pPr>
                  <a:buNone/>
                </a:pPr>
                <a:r>
                  <a:rPr lang="en-IN" sz="2800" dirty="0"/>
                  <a:t>If all outcomes are equally likely,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IN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800" b="0" i="1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latin typeface="Cambria Math" panose="02040503050406030204" pitchFamily="18" charset="0"/>
                            </a:rPr>
                            <m:t>favourable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latin typeface="Cambria Math" panose="02040503050406030204" pitchFamily="18" charset="0"/>
                            </a:rPr>
                            <m:t>outcomes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800" b="0" i="1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latin typeface="Cambria Math" panose="02040503050406030204" pitchFamily="18" charset="0"/>
                            </a:rPr>
                            <m:t>outcomes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  <a:p>
                <a:pPr>
                  <a:buNone/>
                </a:pPr>
                <a:r>
                  <a:rPr lang="en-IN" sz="2800" dirty="0"/>
                  <a:t>Example</a:t>
                </a:r>
              </a:p>
              <a:p>
                <a:pPr>
                  <a:buNone/>
                </a:pPr>
                <a:r>
                  <a:rPr lang="en-IN" sz="2800" dirty="0"/>
                  <a:t>Die</a:t>
                </a:r>
              </a:p>
              <a:p>
                <a:pPr>
                  <a:buNone/>
                </a:pPr>
                <a:r>
                  <a:rPr lang="en-IN" sz="2800" dirty="0"/>
                  <a:t>Probability of even number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IN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IN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15E863-9A95-AE9A-69B8-C4585DB23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77" y="161810"/>
                <a:ext cx="11503741" cy="3875356"/>
              </a:xfrm>
              <a:prstGeom prst="rect">
                <a:avLst/>
              </a:prstGeom>
              <a:blipFill>
                <a:blip r:embed="rId2"/>
                <a:stretch>
                  <a:fillRect l="-1058" t="-15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DE8312-C269-CB0A-2467-C1BEF0064426}"/>
                  </a:ext>
                </a:extLst>
              </p:cNvPr>
              <p:cNvSpPr txBox="1"/>
              <p:nvPr/>
            </p:nvSpPr>
            <p:spPr>
              <a:xfrm>
                <a:off x="245804" y="4214251"/>
                <a:ext cx="11503741" cy="2554545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/>
                  <a:t>Probability of Complement</a:t>
                </a:r>
              </a:p>
              <a:p>
                <a:pPr>
                  <a:buNone/>
                </a:pPr>
                <a:r>
                  <a:rPr lang="en-IN" sz="2000" dirty="0"/>
                  <a:t>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IN" sz="20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IN" sz="2000" i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IN" sz="2000" dirty="0"/>
              </a:p>
              <a:p>
                <a:pPr>
                  <a:buNone/>
                </a:pPr>
                <a:r>
                  <a:rPr lang="en-IN" sz="2000" dirty="0"/>
                  <a:t>Example</a:t>
                </a:r>
              </a:p>
              <a:p>
                <a:pPr>
                  <a:buNone/>
                </a:pPr>
                <a:r>
                  <a:rPr lang="en-IN" sz="2000" dirty="0"/>
                  <a:t>Probability of passing</a:t>
                </a:r>
              </a:p>
              <a:p>
                <a:pPr>
                  <a:buNone/>
                </a:pPr>
                <a:r>
                  <a:rPr lang="en-IN" sz="2000" dirty="0"/>
                  <a:t>0.8</a:t>
                </a:r>
              </a:p>
              <a:p>
                <a:pPr>
                  <a:buNone/>
                </a:pPr>
                <a:r>
                  <a:rPr lang="en-IN" sz="2000" dirty="0"/>
                  <a:t>Probability of failing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−0.8=0.2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DE8312-C269-CB0A-2467-C1BEF0064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4" y="4214251"/>
                <a:ext cx="11503741" cy="2554545"/>
              </a:xfrm>
              <a:prstGeom prst="rect">
                <a:avLst/>
              </a:prstGeom>
              <a:blipFill>
                <a:blip r:embed="rId3"/>
                <a:stretch>
                  <a:fillRect l="-476" t="-9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844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B24AA5-BCA0-D453-795E-D5415AA873A4}"/>
                  </a:ext>
                </a:extLst>
              </p:cNvPr>
              <p:cNvSpPr txBox="1"/>
              <p:nvPr/>
            </p:nvSpPr>
            <p:spPr>
              <a:xfrm>
                <a:off x="157316" y="116742"/>
                <a:ext cx="11818374" cy="2554545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Probability of Union (OR)</a:t>
                </a:r>
              </a:p>
              <a:p>
                <a:pPr>
                  <a:buNone/>
                </a:pPr>
                <a:r>
                  <a:rPr lang="en-IN" sz="3200" dirty="0"/>
                  <a:t>General 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If events are mutually exclusive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B24AA5-BCA0-D453-795E-D5415AA87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16" y="116742"/>
                <a:ext cx="11818374" cy="2554545"/>
              </a:xfrm>
              <a:prstGeom prst="rect">
                <a:avLst/>
              </a:prstGeom>
              <a:blipFill>
                <a:blip r:embed="rId2"/>
                <a:stretch>
                  <a:fillRect l="-1287" t="-26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A45EF7-8B40-D7EA-0814-A429D6EFC164}"/>
                  </a:ext>
                </a:extLst>
              </p:cNvPr>
              <p:cNvSpPr txBox="1"/>
              <p:nvPr/>
            </p:nvSpPr>
            <p:spPr>
              <a:xfrm>
                <a:off x="245807" y="3577698"/>
                <a:ext cx="11729883" cy="2554545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Probability of Intersection (AND)</a:t>
                </a:r>
              </a:p>
              <a:p>
                <a:pPr>
                  <a:buNone/>
                </a:pPr>
                <a:r>
                  <a:rPr lang="en-IN" sz="3200" dirty="0"/>
                  <a:t>General 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If events are independent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A45EF7-8B40-D7EA-0814-A429D6EFC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7" y="3577698"/>
                <a:ext cx="11729883" cy="2554545"/>
              </a:xfrm>
              <a:prstGeom prst="rect">
                <a:avLst/>
              </a:prstGeom>
              <a:blipFill>
                <a:blip r:embed="rId3"/>
                <a:stretch>
                  <a:fillRect l="-1245" t="-26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546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881012-799D-A8C5-EDF1-928E7644A062}"/>
                  </a:ext>
                </a:extLst>
              </p:cNvPr>
              <p:cNvSpPr txBox="1"/>
              <p:nvPr/>
            </p:nvSpPr>
            <p:spPr>
              <a:xfrm>
                <a:off x="344129" y="293870"/>
                <a:ext cx="10953136" cy="1610121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Conditional Probability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3200" i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881012-799D-A8C5-EDF1-928E7644A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9" y="293870"/>
                <a:ext cx="10953136" cy="1610121"/>
              </a:xfrm>
              <a:prstGeom prst="rect">
                <a:avLst/>
              </a:prstGeom>
              <a:blipFill>
                <a:blip r:embed="rId2"/>
                <a:stretch>
                  <a:fillRect l="-1333" t="-4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25E596-5573-3C93-56F7-259C3F3E08FC}"/>
                  </a:ext>
                </a:extLst>
              </p:cNvPr>
              <p:cNvSpPr txBox="1"/>
              <p:nvPr/>
            </p:nvSpPr>
            <p:spPr>
              <a:xfrm>
                <a:off x="757084" y="2056686"/>
                <a:ext cx="10461521" cy="480131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Probability of "At Least One"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least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one</m:t>
                          </m:r>
                        </m:e>
                      </m:d>
                      <m:r>
                        <a:rPr lang="en-IN" b="0" i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None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br>
                  <a:rPr lang="en-IN" dirty="0"/>
                </a:br>
                <a:endParaRPr lang="en-IN" dirty="0"/>
              </a:p>
              <a:p>
                <a:pPr>
                  <a:buNone/>
                </a:pPr>
                <a:r>
                  <a:rPr lang="en-IN" b="1" dirty="0"/>
                  <a:t>14. Probability of "None"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None</m:t>
                          </m:r>
                        </m:e>
                      </m:d>
                      <m:r>
                        <a:rPr lang="en-IN" b="0" i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least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one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b="1" dirty="0"/>
                  <a:t>15. Probability of Exactly One</a:t>
                </a:r>
              </a:p>
              <a:p>
                <a:pPr>
                  <a:buNone/>
                </a:pPr>
                <a:r>
                  <a:rPr lang="en-IN" dirty="0"/>
                  <a:t>For two independent events,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Exactly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one</m:t>
                          </m:r>
                        </m:e>
                      </m:d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IN" b="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IN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IN" b="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IN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br>
                  <a:rPr lang="en-IN" dirty="0"/>
                </a:br>
                <a:endParaRPr lang="en-IN" dirty="0"/>
              </a:p>
              <a:p>
                <a:pPr>
                  <a:buNone/>
                </a:pPr>
                <a:r>
                  <a:rPr lang="en-IN" b="1" dirty="0"/>
                  <a:t>16. Probability of Neither A nor B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b="1" dirty="0"/>
                  <a:t>17. Difference of Events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b="1" dirty="0"/>
                  <a:t>18. Difference (B−A)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25E596-5573-3C93-56F7-259C3F3E0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84" y="2056686"/>
                <a:ext cx="10461521" cy="4801314"/>
              </a:xfrm>
              <a:prstGeom prst="rect">
                <a:avLst/>
              </a:prstGeom>
              <a:blipFill>
                <a:blip r:embed="rId3"/>
                <a:stretch>
                  <a:fillRect l="-407" t="-3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9728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912629-83C9-A5E4-EEBF-840CE551B7E4}"/>
                  </a:ext>
                </a:extLst>
              </p:cNvPr>
              <p:cNvSpPr txBox="1"/>
              <p:nvPr/>
            </p:nvSpPr>
            <p:spPr>
              <a:xfrm>
                <a:off x="294967" y="151179"/>
                <a:ext cx="5112775" cy="6555641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dirty="0"/>
                  <a:t>Sample Space</a:t>
                </a:r>
              </a:p>
              <a:p>
                <a:pPr>
                  <a:buNone/>
                </a:pPr>
                <a:r>
                  <a:rPr lang="en-IN" sz="2800" dirty="0"/>
                  <a:t>One Coin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800" i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800" dirty="0"/>
              </a:p>
              <a:p>
                <a:pPr>
                  <a:buNone/>
                </a:pPr>
                <a:r>
                  <a:rPr lang="en-IN" sz="2800" dirty="0"/>
                  <a:t>Two Coins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800" i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IN" sz="2800" dirty="0"/>
              </a:p>
              <a:p>
                <a:pPr>
                  <a:buNone/>
                </a:pPr>
                <a:r>
                  <a:rPr lang="en-IN" sz="2800" dirty="0"/>
                  <a:t>Three Coins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800" i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IN" sz="2800" dirty="0"/>
              </a:p>
              <a:p>
                <a:pPr>
                  <a:buNone/>
                </a:pPr>
                <a:r>
                  <a:rPr lang="en-IN" sz="2800" dirty="0"/>
                  <a:t>One Die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800" i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IN" sz="2800" dirty="0"/>
              </a:p>
              <a:p>
                <a:pPr>
                  <a:buNone/>
                </a:pPr>
                <a:r>
                  <a:rPr lang="en-IN" sz="2800" dirty="0"/>
                  <a:t>Two Dice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800" i="0">
                          <a:latin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IN" sz="2800" dirty="0"/>
              </a:p>
              <a:p>
                <a:pPr>
                  <a:buNone/>
                </a:pPr>
                <a:r>
                  <a:rPr lang="en-IN" sz="2800" dirty="0"/>
                  <a:t>Three Dice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800" i="0">
                          <a:latin typeface="Cambria Math" panose="02040503050406030204" pitchFamily="18" charset="0"/>
                        </a:rPr>
                        <m:t>=216</m:t>
                      </m:r>
                    </m:oMath>
                  </m:oMathPara>
                </a14:m>
                <a:endParaRPr lang="en-IN" sz="2800" dirty="0"/>
              </a:p>
              <a:p>
                <a:pPr>
                  <a:buNone/>
                </a:pPr>
                <a:r>
                  <a:rPr lang="en-IN" sz="2800" dirty="0"/>
                  <a:t>Deck of Cards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800" i="0">
                          <a:latin typeface="Cambria Math" panose="02040503050406030204" pitchFamily="18" charset="0"/>
                        </a:rPr>
                        <m:t>=52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912629-83C9-A5E4-EEBF-840CE551B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67" y="151179"/>
                <a:ext cx="5112775" cy="6555641"/>
              </a:xfrm>
              <a:prstGeom prst="rect">
                <a:avLst/>
              </a:prstGeom>
              <a:blipFill>
                <a:blip r:embed="rId2"/>
                <a:stretch>
                  <a:fillRect l="-2257" t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D9C898-1CC6-2FBC-8CC5-0204923144D7}"/>
                  </a:ext>
                </a:extLst>
              </p:cNvPr>
              <p:cNvSpPr txBox="1"/>
              <p:nvPr/>
            </p:nvSpPr>
            <p:spPr>
              <a:xfrm>
                <a:off x="6096000" y="713120"/>
                <a:ext cx="5614219" cy="5005409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Probability Identities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IN" sz="32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r>
                  <a:rPr lang="en-IN" sz="3200" dirty="0"/>
                  <a:t>If independent,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D9C898-1CC6-2FBC-8CC5-020492314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713120"/>
                <a:ext cx="5614219" cy="5005409"/>
              </a:xfrm>
              <a:prstGeom prst="rect">
                <a:avLst/>
              </a:prstGeom>
              <a:blipFill>
                <a:blip r:embed="rId3"/>
                <a:stretch>
                  <a:fillRect l="-2597" t="-13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382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72B020-FD16-989A-8C5A-C803C7D975CD}"/>
              </a:ext>
            </a:extLst>
          </p:cNvPr>
          <p:cNvSpPr txBox="1"/>
          <p:nvPr/>
        </p:nvSpPr>
        <p:spPr>
          <a:xfrm>
            <a:off x="98323" y="117693"/>
            <a:ext cx="5997677" cy="67403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1</a:t>
            </a:r>
          </a:p>
          <a:p>
            <a:pPr>
              <a:buNone/>
            </a:pPr>
            <a:r>
              <a:rPr lang="en-IN" dirty="0"/>
              <a:t>A fair coin is tossed once. Find the probability of getting a Head.</a:t>
            </a:r>
          </a:p>
          <a:p>
            <a:pPr>
              <a:buNone/>
            </a:pPr>
            <a:r>
              <a:rPr lang="en-IN" b="1" dirty="0"/>
              <a:t>Example 2</a:t>
            </a:r>
          </a:p>
          <a:p>
            <a:pPr>
              <a:buNone/>
            </a:pPr>
            <a:r>
              <a:rPr lang="en-IN" dirty="0"/>
              <a:t>A fair coin is tossed once. Find the probability of getting a Tail.</a:t>
            </a:r>
          </a:p>
          <a:p>
            <a:pPr>
              <a:buNone/>
            </a:pPr>
            <a:r>
              <a:rPr lang="en-IN" b="1" dirty="0"/>
              <a:t>Example 3</a:t>
            </a:r>
          </a:p>
          <a:p>
            <a:pPr>
              <a:buNone/>
            </a:pPr>
            <a:r>
              <a:rPr lang="en-IN" dirty="0"/>
              <a:t>A fair die is rolled once. Find the probability of getting the number 4.</a:t>
            </a:r>
          </a:p>
          <a:p>
            <a:pPr>
              <a:buNone/>
            </a:pPr>
            <a:r>
              <a:rPr lang="en-IN" b="1" dirty="0"/>
              <a:t>Example 4</a:t>
            </a:r>
          </a:p>
          <a:p>
            <a:pPr>
              <a:buNone/>
            </a:pPr>
            <a:r>
              <a:rPr lang="en-IN" dirty="0"/>
              <a:t>A fair die is rolled once. Find the probability of getting an even number.</a:t>
            </a:r>
          </a:p>
          <a:p>
            <a:pPr>
              <a:buNone/>
            </a:pPr>
            <a:r>
              <a:rPr lang="en-IN" b="1" dirty="0"/>
              <a:t>Example 5</a:t>
            </a:r>
          </a:p>
          <a:p>
            <a:pPr>
              <a:buNone/>
            </a:pPr>
            <a:r>
              <a:rPr lang="en-IN" dirty="0"/>
              <a:t>A fair die is rolled once. Find the probability of getting an odd number.</a:t>
            </a:r>
          </a:p>
          <a:p>
            <a:pPr>
              <a:buNone/>
            </a:pPr>
            <a:r>
              <a:rPr lang="en-IN" b="1" dirty="0"/>
              <a:t>Example 6</a:t>
            </a:r>
          </a:p>
          <a:p>
            <a:pPr>
              <a:buNone/>
            </a:pPr>
            <a:r>
              <a:rPr lang="en-IN" dirty="0"/>
              <a:t>A fair die is rolled once. Find the probability of getting a prime number.</a:t>
            </a:r>
          </a:p>
          <a:p>
            <a:pPr>
              <a:buNone/>
            </a:pPr>
            <a:r>
              <a:rPr lang="en-IN" b="1" dirty="0"/>
              <a:t>Example 7</a:t>
            </a:r>
          </a:p>
          <a:p>
            <a:pPr>
              <a:buNone/>
            </a:pPr>
            <a:r>
              <a:rPr lang="en-IN" dirty="0"/>
              <a:t>A fair die is rolled once. Find the probability of getting a multiple of 3.</a:t>
            </a:r>
          </a:p>
          <a:p>
            <a:pPr>
              <a:buNone/>
            </a:pPr>
            <a:r>
              <a:rPr lang="en-IN" b="1" dirty="0"/>
              <a:t>Example 8</a:t>
            </a:r>
          </a:p>
          <a:p>
            <a:pPr>
              <a:buNone/>
            </a:pPr>
            <a:r>
              <a:rPr lang="en-IN" dirty="0"/>
              <a:t>A fair die is rolled once. Find the probability of getting a number greater than 4.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374BA-3887-5D82-2509-4647ADB1D90C}"/>
              </a:ext>
            </a:extLst>
          </p:cNvPr>
          <p:cNvSpPr txBox="1"/>
          <p:nvPr/>
        </p:nvSpPr>
        <p:spPr>
          <a:xfrm>
            <a:off x="6194323" y="58846"/>
            <a:ext cx="5781368" cy="674030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9</a:t>
            </a:r>
          </a:p>
          <a:p>
            <a:pPr>
              <a:buNone/>
            </a:pPr>
            <a:r>
              <a:rPr lang="en-IN" dirty="0"/>
              <a:t>A fair die is rolled once. Find the probability of getting a number less than 5.</a:t>
            </a:r>
          </a:p>
          <a:p>
            <a:pPr>
              <a:buNone/>
            </a:pPr>
            <a:r>
              <a:rPr lang="en-IN" b="1" dirty="0"/>
              <a:t>Example 10</a:t>
            </a:r>
          </a:p>
          <a:p>
            <a:pPr>
              <a:buNone/>
            </a:pPr>
            <a:r>
              <a:rPr lang="en-IN" dirty="0"/>
              <a:t>A fair die is rolled once. Find the probability of getting a number greater than 6.</a:t>
            </a:r>
          </a:p>
          <a:p>
            <a:pPr>
              <a:buNone/>
            </a:pPr>
            <a:r>
              <a:rPr lang="en-IN" b="1" dirty="0"/>
              <a:t>Example 11</a:t>
            </a:r>
          </a:p>
          <a:p>
            <a:pPr>
              <a:buNone/>
            </a:pPr>
            <a:r>
              <a:rPr lang="en-IN" dirty="0"/>
              <a:t>A fair die is rolled once. Find the probability of getting a number less than 7.</a:t>
            </a:r>
          </a:p>
          <a:p>
            <a:pPr>
              <a:buNone/>
            </a:pPr>
            <a:r>
              <a:rPr lang="en-IN" b="1" dirty="0"/>
              <a:t>Example 12</a:t>
            </a:r>
          </a:p>
          <a:p>
            <a:pPr>
              <a:buNone/>
            </a:pPr>
            <a:r>
              <a:rPr lang="en-IN" dirty="0"/>
              <a:t>A card is drawn at random from a standard deck of 52 cards. Find the probability of drawing an Ace.</a:t>
            </a:r>
          </a:p>
          <a:p>
            <a:pPr>
              <a:buNone/>
            </a:pPr>
            <a:r>
              <a:rPr lang="en-IN" b="1" dirty="0"/>
              <a:t>Example 13</a:t>
            </a:r>
          </a:p>
          <a:p>
            <a:pPr>
              <a:buNone/>
            </a:pPr>
            <a:r>
              <a:rPr lang="en-IN" dirty="0"/>
              <a:t>A card is drawn at random from a standard deck of 52 cards. Find the probability of drawing a King.</a:t>
            </a:r>
          </a:p>
          <a:p>
            <a:pPr>
              <a:buNone/>
            </a:pPr>
            <a:r>
              <a:rPr lang="en-IN" b="1" dirty="0"/>
              <a:t>Example 14</a:t>
            </a:r>
          </a:p>
          <a:p>
            <a:pPr>
              <a:buNone/>
            </a:pPr>
            <a:r>
              <a:rPr lang="en-IN" dirty="0"/>
              <a:t>A card is drawn at random from a standard deck of 52 cards. Find the probability of drawing a Queen.</a:t>
            </a:r>
          </a:p>
          <a:p>
            <a:pPr>
              <a:buNone/>
            </a:pPr>
            <a:r>
              <a:rPr lang="en-IN" b="1" dirty="0"/>
              <a:t>Example 15</a:t>
            </a:r>
          </a:p>
          <a:p>
            <a:pPr>
              <a:buNone/>
            </a:pPr>
            <a:r>
              <a:rPr lang="en-IN" dirty="0"/>
              <a:t>A card is drawn at random from a standard deck of 52 cards. Find the probability of drawing a Heart.</a:t>
            </a:r>
          </a:p>
          <a:p>
            <a:pPr>
              <a:buNone/>
            </a:pPr>
            <a:r>
              <a:rPr lang="en-IN" b="1" dirty="0"/>
              <a:t>Example 16</a:t>
            </a:r>
          </a:p>
          <a:p>
            <a:pPr>
              <a:buNone/>
            </a:pPr>
            <a:r>
              <a:rPr lang="en-IN" dirty="0"/>
              <a:t>A card is drawn at random from a standard deck of 52 cards. Find the probability of drawing a Spade.</a:t>
            </a:r>
          </a:p>
        </p:txBody>
      </p:sp>
    </p:spTree>
    <p:extLst>
      <p:ext uri="{BB962C8B-B14F-4D97-AF65-F5344CB8AC3E}">
        <p14:creationId xmlns:p14="http://schemas.microsoft.com/office/powerpoint/2010/main" val="213796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C258A-1260-18E2-04FF-794ADD557800}"/>
              </a:ext>
            </a:extLst>
          </p:cNvPr>
          <p:cNvSpPr txBox="1"/>
          <p:nvPr/>
        </p:nvSpPr>
        <p:spPr>
          <a:xfrm>
            <a:off x="260555" y="0"/>
            <a:ext cx="11724968" cy="6863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Example 159</a:t>
            </a:r>
          </a:p>
          <a:p>
            <a:pPr>
              <a:buNone/>
            </a:pPr>
            <a:r>
              <a:rPr lang="en-IN" sz="2000" dirty="0"/>
              <a:t>A bag contains 5 red, 4 blue, and 3 green balls. Two balls are drawn without replacement. Find the probability that one is red and the other is blue.</a:t>
            </a:r>
          </a:p>
          <a:p>
            <a:pPr>
              <a:buNone/>
            </a:pPr>
            <a:r>
              <a:rPr lang="en-IN" sz="2000" b="1" dirty="0"/>
              <a:t>Example 160</a:t>
            </a:r>
          </a:p>
          <a:p>
            <a:pPr>
              <a:buNone/>
            </a:pPr>
            <a:r>
              <a:rPr lang="en-IN" sz="2000" dirty="0"/>
              <a:t>Three fair coins are tossed and a die is rolled. Find the probability of getting exactly two Heads and an even number on the die.</a:t>
            </a:r>
          </a:p>
          <a:p>
            <a:pPr>
              <a:buNone/>
            </a:pPr>
            <a:r>
              <a:rPr lang="en-IN" sz="2000" b="1" dirty="0"/>
              <a:t>Example 161</a:t>
            </a:r>
          </a:p>
          <a:p>
            <a:pPr>
              <a:buNone/>
            </a:pPr>
            <a:r>
              <a:rPr lang="en-IN" sz="2000" dirty="0"/>
              <a:t>A card is drawn from a deck and a coin is tossed. Find the probability of drawing a face card and getting a Head.</a:t>
            </a:r>
          </a:p>
          <a:p>
            <a:pPr>
              <a:buNone/>
            </a:pPr>
            <a:r>
              <a:rPr lang="en-IN" sz="2000" b="1" dirty="0"/>
              <a:t>Example 162</a:t>
            </a:r>
          </a:p>
          <a:p>
            <a:pPr>
              <a:buNone/>
            </a:pPr>
            <a:r>
              <a:rPr lang="en-IN" sz="2000" dirty="0"/>
              <a:t>Two cards are drawn successively without replacement. Find the probability that both cards are Queens.</a:t>
            </a:r>
          </a:p>
          <a:p>
            <a:pPr>
              <a:buNone/>
            </a:pPr>
            <a:r>
              <a:rPr lang="en-IN" sz="2000" b="1" dirty="0"/>
              <a:t>Example 163</a:t>
            </a:r>
          </a:p>
          <a:p>
            <a:pPr>
              <a:buNone/>
            </a:pPr>
            <a:r>
              <a:rPr lang="en-IN" sz="2000" dirty="0"/>
              <a:t>Two cards are drawn successively without replacement. Find the probability that the first card is a Heart and the second card is a Spade.</a:t>
            </a:r>
          </a:p>
          <a:p>
            <a:pPr>
              <a:buNone/>
            </a:pPr>
            <a:r>
              <a:rPr lang="en-IN" sz="2000" b="1" dirty="0"/>
              <a:t>Example 164</a:t>
            </a:r>
          </a:p>
          <a:p>
            <a:pPr>
              <a:buNone/>
            </a:pPr>
            <a:r>
              <a:rPr lang="en-IN" sz="2000" dirty="0"/>
              <a:t>A die is rolled twice. Find the probability that the first number is even and the second number is greater than 3.</a:t>
            </a:r>
          </a:p>
          <a:p>
            <a:pPr>
              <a:buNone/>
            </a:pPr>
            <a:r>
              <a:rPr lang="en-IN" sz="2000" b="1" dirty="0"/>
              <a:t>Example 165</a:t>
            </a:r>
          </a:p>
          <a:p>
            <a:pPr>
              <a:buNone/>
            </a:pPr>
            <a:r>
              <a:rPr lang="en-IN" sz="2000" dirty="0"/>
              <a:t>A fair coin is tossed three times. Find the probability of getting at least one Head and at least one Tail.</a:t>
            </a:r>
          </a:p>
          <a:p>
            <a:pPr>
              <a:buNone/>
            </a:pPr>
            <a:r>
              <a:rPr lang="en-IN" sz="2000" b="1" dirty="0"/>
              <a:t>Example 166</a:t>
            </a:r>
          </a:p>
          <a:p>
            <a:pPr>
              <a:buNone/>
            </a:pPr>
            <a:r>
              <a:rPr lang="en-IN" sz="2000" dirty="0"/>
              <a:t>Two dice are rolled simultaneously. Find the probability that the product of the numbers obtained is divisible by 6.</a:t>
            </a:r>
          </a:p>
        </p:txBody>
      </p:sp>
    </p:spTree>
    <p:extLst>
      <p:ext uri="{BB962C8B-B14F-4D97-AF65-F5344CB8AC3E}">
        <p14:creationId xmlns:p14="http://schemas.microsoft.com/office/powerpoint/2010/main" val="4068493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338A9-0C0F-CAED-342A-090AB2422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9987" y="102930"/>
            <a:ext cx="10432026" cy="643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537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BFA02B-CAED-4899-0C2B-666AA76D7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8426" y="252412"/>
            <a:ext cx="10736825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8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1426</Words>
  <Application>Microsoft Office PowerPoint</Application>
  <PresentationFormat>Widescreen</PresentationFormat>
  <Paragraphs>280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Office Theme</vt:lpstr>
      <vt:lpstr>CLASS-14-PROBABILITY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Mahendra Kumar</dc:creator>
  <cp:lastModifiedBy>Mahendra Kumar</cp:lastModifiedBy>
  <cp:revision>1</cp:revision>
  <dcterms:created xsi:type="dcterms:W3CDTF">2026-07-09T04:01:05Z</dcterms:created>
  <dcterms:modified xsi:type="dcterms:W3CDTF">2026-07-09T05:43:23Z</dcterms:modified>
</cp:coreProperties>
</file>